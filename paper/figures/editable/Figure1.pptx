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c771f523384ccd" /><Relationship Type="http://schemas.openxmlformats.org/officeDocument/2006/relationships/extended-properties" Target="/docProps/app.xml" Id="Rbf4d185515fd4014" /><Relationship Type="http://schemas.openxmlformats.org/officeDocument/2006/relationships/officeDocument" Target="/ppt/presentation.xml" Id="Rbb07dfad1a5f4c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1ba1d930774406"/>
  </p:sldMasterIdLst>
  <p:notesMasterIdLst>
    <p:notesMasterId xmlns:r="http://schemas.openxmlformats.org/officeDocument/2006/relationships" r:id="Rf150692384d74782"/>
  </p:notesMasterIdLst>
  <p:sldIdLst>
    <p:sldId xmlns:r="http://schemas.openxmlformats.org/officeDocument/2006/relationships" id="256" r:id="Rf5df199c3a1a4d5d"/>
  </p:sldIdLst>
  <p:sldSz cx="5029200" cy="484060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5257cefacc4ce9" /><Relationship Type="http://schemas.openxmlformats.org/officeDocument/2006/relationships/slideMaster" Target="/ppt/slideMasters/slideMaster1.xml" Id="R721ba1d930774406" /><Relationship Type="http://schemas.openxmlformats.org/officeDocument/2006/relationships/notesMaster" Target="/ppt/notesMasters/notesMaster1.xml" Id="Rf150692384d74782" /><Relationship Type="http://schemas.openxmlformats.org/officeDocument/2006/relationships/presProps" Target="/ppt/presProps.xml" Id="R04047adc5ffb46a3" /><Relationship Type="http://schemas.openxmlformats.org/officeDocument/2006/relationships/tableStyles" Target="/ppt/tableStyles.xml" Id="R355342d5a70b482c" /><Relationship Type="http://schemas.openxmlformats.org/officeDocument/2006/relationships/slide" Target="/ppt/slides/slide1.xml" Id="Rf5df199c3a1a4d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abe414fb9043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45fa3ee1f645a1" /><Relationship Type="http://schemas.openxmlformats.org/officeDocument/2006/relationships/notesMaster" Target="/ppt/notesMasters/notesMaster1.xml" Id="R79bdfe92015f4a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1. View-conditioned regional evidence for ultrasound grading.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(a) ResNet-50 supplies spatial C (1024 x 32 x 32) and global h (2048). A 1x1 projection maps C to Z (128 x 32 x 32). Hc gives 36 context logits b. Hv followed by softmax gives six view probabilities q. Localization a=sigmoid(L(C)) and learned support V=softplus(S(Z)) give w_u=V_u*sg(a_u)/max(sum(V),epsilon); lambda=1, epsilon=1e-8. D_v=0 when total support &lt;= epsilon.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(b) Six offset sheets repeat the entire per-view computation in parallel. Each adapter is a 128-to-128 pointwise convolution with GELU. The shared pointwise MLP f is 128-to-64-to-36. Uniform tensor cells and abbreviated network nodes show structure, not activation measurements or literal channel counts. s_v,u has 36 local grading logits. D_v=sum_u w_u*s_v,u is a regional logit correction. Each p_v=softmax(b+D_v) is computed before p=sum_v sg(q_v)*p_v. q does not select an adapter. Repeated Z,w,b,q continue the quantities from panel a. The expected score uses k=0..35, g_k=k/10, giving the 0.0-3.5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Grading consumes detached a and q, while auxiliary losses update their heads and the shared encoder. The context, local-evidence and support paths learn from grading. Grading loss agrees with SFibAI, with weights 1,0.02,0.02 and real-score MSE/boundary terms; view and weak-box objectives each have weight 0.1.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(c) One test image with reference score 2.200000047683716 and predicted score 2.363889217376709; true view 3, predicted view 2. q=[0.045715056359767914,0.3986959755420685,0.27056270837783813,0.13788659870624542,0.06516483426094055,0.0819748193025589]. Its ROI, annotations, probabilities, score and localization have been reconciled to current exported evidence, bound to checkpoint SHA-256 856ff4998e2007b731933d575684d4fa1a15a859cce58ef96d115d2261b14904. The localization overlay is rendered from the saved canonical attention array, fixed [0,1] inferno, opacity 0.55, cyan contour at 0.5. Reference boxes are not inference inputs. Localization is not a causal contribution or complete lesion contour.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Current test summary: aligned comparison aligned_ablation_20260926, seed 2026, 4107 images, 240 patients, 4 centers. SFibAI R_final=0.2011795911962847; VCRE-Fib R_final=0.18686508159513773; relative delta=-7.115289138439865930774620412%. VCRE view accuracy=0.668127587046506; weak-target Dice@0.5=0.3603119432485329 on 4035 eligible images. Validation-selected epochs are 65 and 47, respectively. Results are single-seed observations, without significance or isolated-component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current bilingual method and implementation appendix, the main-results and auxiliary-output tables, results/aligned_ablation_20260926/test CSVs and the checkpoint-bound exported case data. Visual reference: https://www.nature.com/articles/s41467-026-76287-9/figures/1 and author-provided editable reference. All diagram elements are native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05026fe11846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925a9c9b0542b2" /><Relationship Type="http://schemas.openxmlformats.org/officeDocument/2006/relationships/slideLayout" Target="/ppt/slideLayouts/slideLayout1.xml" Id="R2f016b6a6c2443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016b6a6c2443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3465fe4ba43cd" /><Relationship Type="http://schemas.openxmlformats.org/officeDocument/2006/relationships/image" Target="/ppt/media/image.png" Id="R2abff9f5101e4424" /><Relationship Type="http://schemas.openxmlformats.org/officeDocument/2006/relationships/image" Target="/ppt/media/image2.png" Id="Rd212611385fc419a" /><Relationship Type="http://schemas.openxmlformats.org/officeDocument/2006/relationships/image" Target="/ppt/media/image3.png" Id="Reca14af443c04318" /><Relationship Type="http://schemas.openxmlformats.org/officeDocument/2006/relationships/chart" Target="/ppt/slides/charts/chart1.xml" Id="Rf1d3920d99bf43f5" /><Relationship Type="http://schemas.openxmlformats.org/officeDocument/2006/relationships/notesSlide" Target="/ppt/notesSlides/notesSlide1.xml" Id="R3ca006973d2345a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Predicted view probability</c:v>
          </c:tx>
          <c:spPr>
            <a:solidFill xmlns:a="http://schemas.openxmlformats.org/drawingml/2006/main">
              <a:srgbClr val="506D88"/>
            </a:solidFill>
          </c:spPr>
          <c:cat>
            <c:numRef>
              <c:f>'Chart Data'!$A$2:$A$7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'Chart Data'!$B$2:$B$7</c:f>
              <c:numCache>
                <c:formatCode>0.0%</c:formatCode>
                <c:ptCount val="6"/>
                <c:pt idx="0">
                  <c:v>0.0457150563597679</c:v>
                </c:pt>
                <c:pt idx="1">
                  <c:v>0.398695975542068</c:v>
                </c:pt>
                <c:pt idx="2">
                  <c:v>0.270562708377838</c:v>
                </c:pt>
                <c:pt idx="3">
                  <c:v>0.137886598706245</c:v>
                </c:pt>
                <c:pt idx="4">
                  <c:v>0.0651648342609406</c:v>
                </c:pt>
                <c:pt idx="5">
                  <c:v>0.0819748193025589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2515">
            <a:solidFill>
              <a:srgbClr val="B6BCC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00">
                <a:solidFill>
                  <a:srgbClr val="64696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55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00">
                <a:solidFill>
                  <a:srgbClr val="64696E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3" name="panel-a-letter">
            <a:extLst xmlns:a="http://schemas.openxmlformats.org/drawingml/2006/main">
              <a:ext uri="{FF2B5EF4-FFF2-40B4-BE49-F238E27FC236}">
                <a16:creationId xmlns:a16="http://schemas.microsoft.com/office/drawing/2014/main" id="{D1BFCA41-E76F-496B-856B-35DB8A9C755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0409" y="35204"/>
            <a:ext cx="128245" cy="150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panel-a">
            <a:extLst xmlns:a="http://schemas.openxmlformats.org/drawingml/2006/main">
              <a:ext uri="{FF2B5EF4-FFF2-40B4-BE49-F238E27FC236}">
                <a16:creationId xmlns:a16="http://schemas.microsoft.com/office/drawing/2014/main" id="{5E932134-70C3-461A-A83E-AADB6E72293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1460" y="35204"/>
            <a:ext cx="4672127" cy="150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Shared representation and spatial guidance</a:t>
            </a:r>
          </a:p>
        </p:txBody>
      </p:sp>
      <p:pic>
        <p:nvPicPr>
          <p:cNvPr id="4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ff9f5101e4424"/>
          <a:stretch xmlns:a="http://schemas.openxmlformats.org/drawingml/2006/main"/>
        </p:blipFill>
        <p:spPr>
          <a:xfrm xmlns:a="http://schemas.openxmlformats.org/drawingml/2006/main">
            <a:off x="113157" y="248945"/>
            <a:ext cx="487832" cy="487832"/>
          </a:xfrm>
          <a:prstGeom xmlns:a="http://schemas.openxmlformats.org/drawingml/2006/main" prst="rect">
            <a:avLst/>
          </a:prstGeom>
        </p:spPr>
      </p:pic>
      <p:sp>
        <p:nvSpPr>
          <p:cNvPr id="4" name="input-flow-bounds">
            <a:extLst xmlns:a="http://schemas.openxmlformats.org/drawingml/2006/main">
              <a:ext uri="{FF2B5EF4-FFF2-40B4-BE49-F238E27FC236}">
                <a16:creationId xmlns:a16="http://schemas.microsoft.com/office/drawing/2014/main" id="{CC709AEB-E56C-4E0D-9093-7FF17EB6D94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3157" y="248945"/>
            <a:ext cx="487832" cy="487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input-label">
            <a:extLst xmlns:a="http://schemas.openxmlformats.org/drawingml/2006/main">
              <a:ext uri="{FF2B5EF4-FFF2-40B4-BE49-F238E27FC236}">
                <a16:creationId xmlns:a16="http://schemas.microsoft.com/office/drawing/2014/main" id="{388589C0-AD2A-45C2-A79B-B9A5683C4B7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807" y="771982"/>
            <a:ext cx="628650" cy="113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Ultrasound</a:t>
            </a:r>
          </a:p>
        </p:txBody>
      </p:sp>
      <p:sp>
        <p:nvSpPr>
          <p:cNvPr id="6" name="input-size">
            <a:extLst xmlns:a="http://schemas.openxmlformats.org/drawingml/2006/main">
              <a:ext uri="{FF2B5EF4-FFF2-40B4-BE49-F238E27FC236}">
                <a16:creationId xmlns:a16="http://schemas.microsoft.com/office/drawing/2014/main" id="{89F00E2D-9162-4AAF-B517-C23608B6CD4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602" y="885139"/>
            <a:ext cx="704088" cy="100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64696E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64696E"/>
                </a:solidFill>
                <a:latin typeface="Arial"/>
                <a:ea typeface="Arial"/>
                <a:cs typeface="Arial"/>
              </a:rPr>
              <a:t>ROI, 512 × 512</a:t>
            </a:r>
          </a:p>
        </p:txBody>
      </p:sp>
      <p:grpSp>
        <p:nvGrpSpPr>
          <p:cNvPr id="974" name="Editable encoder-stage"/>
          <p:cNvGrpSpPr/>
          <p:nvPr/>
        </p:nvGrpSpPr>
        <p:grpSpPr>
          <ns1:xfrm xmlns:ns1="http://schemas.openxmlformats.org/drawingml/2006/main">
            <ns1:off x="819760" y="347015"/>
            <ns1:ext cx="668883" cy="301752"/>
            <ns1:chOff x="819760" y="347015"/>
            <ns1:chExt cx="668883" cy="301752"/>
          </ns1:xfrm>
        </p:grpSpPr>
        <p:sp>
          <p:nvSpPr>
            <p:cNvPr id="7" name="encoder-stage-1-sheet2">
              <a:extLst xmlns:a="http://schemas.openxmlformats.org/drawingml/2006/main">
                <a:ext uri="{FF2B5EF4-FFF2-40B4-BE49-F238E27FC236}">
                  <a16:creationId xmlns:a16="http://schemas.microsoft.com/office/drawing/2014/main" id="{F8A29AD8-62A7-4C04-9142-DC289061FD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80110" y="347015"/>
              <a:ext cx="241402" cy="2414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7F9FB"/>
            </a:solidFill>
            <a:ln xmlns:a="http://schemas.openxmlformats.org/drawingml/2006/main" w="4778">
              <a:solidFill>
                <a:srgbClr val="64696E"/>
              </a:solidFill>
            </a:ln>
          </p:spPr>
        </p:sp>
        <p:sp>
          <p:nvSpPr>
            <p:cNvPr id="8" name="encoder-stage-1-sheet2-v1">
              <a:extLst xmlns:a="http://schemas.openxmlformats.org/drawingml/2006/main">
                <a:ext uri="{FF2B5EF4-FFF2-40B4-BE49-F238E27FC236}">
                  <a16:creationId xmlns:a16="http://schemas.microsoft.com/office/drawing/2014/main" id="{B8EC51E5-5004-4A38-B206-2E1EF06E042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40460" y="347015"/>
              <a:ext cx="2012" cy="2414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9" name="encoder-stage-1-sheet2-h1">
              <a:extLst xmlns:a="http://schemas.openxmlformats.org/drawingml/2006/main">
                <a:ext uri="{FF2B5EF4-FFF2-40B4-BE49-F238E27FC236}">
                  <a16:creationId xmlns:a16="http://schemas.microsoft.com/office/drawing/2014/main" id="{8C1BCCDD-4D55-4835-9D62-04D794DA7DC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80110" y="407365"/>
              <a:ext cx="241402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10" name="encoder-stage-1-sheet2-v2">
              <a:extLst xmlns:a="http://schemas.openxmlformats.org/drawingml/2006/main">
                <a:ext uri="{FF2B5EF4-FFF2-40B4-BE49-F238E27FC236}">
                  <a16:creationId xmlns:a16="http://schemas.microsoft.com/office/drawing/2014/main" id="{8D284163-4781-4909-A30E-96564DC4026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0811" y="347015"/>
              <a:ext cx="2012" cy="2414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11" name="encoder-stage-1-sheet2-h2">
              <a:extLst xmlns:a="http://schemas.openxmlformats.org/drawingml/2006/main">
                <a:ext uri="{FF2B5EF4-FFF2-40B4-BE49-F238E27FC236}">
                  <a16:creationId xmlns:a16="http://schemas.microsoft.com/office/drawing/2014/main" id="{BB252D13-BDD8-4385-848E-1B1FD4A6BAC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80110" y="467716"/>
              <a:ext cx="241402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12" name="encoder-stage-1-sheet2-v3">
              <a:extLst xmlns:a="http://schemas.openxmlformats.org/drawingml/2006/main">
                <a:ext uri="{FF2B5EF4-FFF2-40B4-BE49-F238E27FC236}">
                  <a16:creationId xmlns:a16="http://schemas.microsoft.com/office/drawing/2014/main" id="{2AC6B6AE-52DE-4EE1-A805-2CE7C9EC26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1161" y="347015"/>
              <a:ext cx="2012" cy="2414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13" name="encoder-stage-1-sheet2-h3">
              <a:extLst xmlns:a="http://schemas.openxmlformats.org/drawingml/2006/main">
                <a:ext uri="{FF2B5EF4-FFF2-40B4-BE49-F238E27FC236}">
                  <a16:creationId xmlns:a16="http://schemas.microsoft.com/office/drawing/2014/main" id="{D899DA8C-7943-4F89-B728-B4725A62EF6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80110" y="528066"/>
              <a:ext cx="241402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14" name="encoder-stage-1-sheet1">
              <a:extLst xmlns:a="http://schemas.openxmlformats.org/drawingml/2006/main">
                <a:ext uri="{FF2B5EF4-FFF2-40B4-BE49-F238E27FC236}">
                  <a16:creationId xmlns:a16="http://schemas.microsoft.com/office/drawing/2014/main" id="{118FFF67-6C32-4DEA-ADF6-94FFBDE2331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9935" y="377190"/>
              <a:ext cx="241402" cy="2414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7F9FB"/>
            </a:solidFill>
            <a:ln xmlns:a="http://schemas.openxmlformats.org/drawingml/2006/main" w="4778">
              <a:solidFill>
                <a:srgbClr val="64696E"/>
              </a:solidFill>
            </a:ln>
          </p:spPr>
        </p:sp>
        <p:sp>
          <p:nvSpPr>
            <p:cNvPr id="15" name="encoder-stage-1-sheet1-v1">
              <a:extLst xmlns:a="http://schemas.openxmlformats.org/drawingml/2006/main">
                <a:ext uri="{FF2B5EF4-FFF2-40B4-BE49-F238E27FC236}">
                  <a16:creationId xmlns:a16="http://schemas.microsoft.com/office/drawing/2014/main" id="{4BFA0EA1-BF76-4103-A833-535370B5034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10285" y="377190"/>
              <a:ext cx="2012" cy="2414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16" name="encoder-stage-1-sheet1-h1">
              <a:extLst xmlns:a="http://schemas.openxmlformats.org/drawingml/2006/main">
                <a:ext uri="{FF2B5EF4-FFF2-40B4-BE49-F238E27FC236}">
                  <a16:creationId xmlns:a16="http://schemas.microsoft.com/office/drawing/2014/main" id="{EAE742C1-2ADB-467E-892A-FECA692E19C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9935" y="437540"/>
              <a:ext cx="241402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17" name="encoder-stage-1-sheet1-v2">
              <a:extLst xmlns:a="http://schemas.openxmlformats.org/drawingml/2006/main">
                <a:ext uri="{FF2B5EF4-FFF2-40B4-BE49-F238E27FC236}">
                  <a16:creationId xmlns:a16="http://schemas.microsoft.com/office/drawing/2014/main" id="{9F295853-2521-4FFE-843F-0CA9AE58313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70636" y="377190"/>
              <a:ext cx="2012" cy="2414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18" name="encoder-stage-1-sheet1-h2">
              <a:extLst xmlns:a="http://schemas.openxmlformats.org/drawingml/2006/main">
                <a:ext uri="{FF2B5EF4-FFF2-40B4-BE49-F238E27FC236}">
                  <a16:creationId xmlns:a16="http://schemas.microsoft.com/office/drawing/2014/main" id="{181CA0ED-AD13-4DEE-9588-D27DE8D7830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9935" y="497891"/>
              <a:ext cx="241402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19" name="encoder-stage-1-sheet1-v3">
              <a:extLst xmlns:a="http://schemas.openxmlformats.org/drawingml/2006/main">
                <a:ext uri="{FF2B5EF4-FFF2-40B4-BE49-F238E27FC236}">
                  <a16:creationId xmlns:a16="http://schemas.microsoft.com/office/drawing/2014/main" id="{0F12FDA2-1EF1-45F6-B702-0DBE83AAD56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0986" y="377190"/>
              <a:ext cx="2012" cy="2414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20" name="encoder-stage-1-sheet1-h3">
              <a:extLst xmlns:a="http://schemas.openxmlformats.org/drawingml/2006/main">
                <a:ext uri="{FF2B5EF4-FFF2-40B4-BE49-F238E27FC236}">
                  <a16:creationId xmlns:a16="http://schemas.microsoft.com/office/drawing/2014/main" id="{DBE75499-3716-4350-8CB9-4EDA2CFEFC7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9935" y="558241"/>
              <a:ext cx="241402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21" name="encoder-stage-1-sheet0">
              <a:extLst xmlns:a="http://schemas.openxmlformats.org/drawingml/2006/main">
                <a:ext uri="{FF2B5EF4-FFF2-40B4-BE49-F238E27FC236}">
                  <a16:creationId xmlns:a16="http://schemas.microsoft.com/office/drawing/2014/main" id="{1023B8B6-7F3B-4051-9527-37B38C89B35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9760" y="407365"/>
              <a:ext cx="241402" cy="2414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7EDF2"/>
            </a:solidFill>
            <a:ln xmlns:a="http://schemas.openxmlformats.org/drawingml/2006/main" w="4778">
              <a:solidFill>
                <a:srgbClr val="64696E"/>
              </a:solidFill>
            </a:ln>
          </p:spPr>
        </p:sp>
        <p:sp>
          <p:nvSpPr>
            <p:cNvPr id="22" name="encoder-stage-1-sheet0-v1">
              <a:extLst xmlns:a="http://schemas.openxmlformats.org/drawingml/2006/main">
                <a:ext uri="{FF2B5EF4-FFF2-40B4-BE49-F238E27FC236}">
                  <a16:creationId xmlns:a16="http://schemas.microsoft.com/office/drawing/2014/main" id="{C4085775-0C7D-4BC7-8E75-70A91F17628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80110" y="407365"/>
              <a:ext cx="2012" cy="2414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23" name="encoder-stage-1-sheet0-h1">
              <a:extLst xmlns:a="http://schemas.openxmlformats.org/drawingml/2006/main">
                <a:ext uri="{FF2B5EF4-FFF2-40B4-BE49-F238E27FC236}">
                  <a16:creationId xmlns:a16="http://schemas.microsoft.com/office/drawing/2014/main" id="{2C3ACF82-2D00-4D09-8DD6-C5BA950CD9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9760" y="467716"/>
              <a:ext cx="241402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24" name="encoder-stage-1-sheet0-v2">
              <a:extLst xmlns:a="http://schemas.openxmlformats.org/drawingml/2006/main">
                <a:ext uri="{FF2B5EF4-FFF2-40B4-BE49-F238E27FC236}">
                  <a16:creationId xmlns:a16="http://schemas.microsoft.com/office/drawing/2014/main" id="{A5FCCB91-D5EB-43FF-8C91-E9F3FD10ADD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40460" y="407365"/>
              <a:ext cx="2012" cy="2414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25" name="encoder-stage-1-sheet0-h2">
              <a:extLst xmlns:a="http://schemas.openxmlformats.org/drawingml/2006/main">
                <a:ext uri="{FF2B5EF4-FFF2-40B4-BE49-F238E27FC236}">
                  <a16:creationId xmlns:a16="http://schemas.microsoft.com/office/drawing/2014/main" id="{9AC3F79B-F906-4FE5-AC43-932965629D2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9760" y="528066"/>
              <a:ext cx="241402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26" name="encoder-stage-1-sheet0-v3">
              <a:extLst xmlns:a="http://schemas.openxmlformats.org/drawingml/2006/main">
                <a:ext uri="{FF2B5EF4-FFF2-40B4-BE49-F238E27FC236}">
                  <a16:creationId xmlns:a16="http://schemas.microsoft.com/office/drawing/2014/main" id="{0BB1015C-7CC7-4A9E-9920-E9892096C2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0811" y="407365"/>
              <a:ext cx="2012" cy="2414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27" name="encoder-stage-1-sheet0-h3">
              <a:extLst xmlns:a="http://schemas.openxmlformats.org/drawingml/2006/main">
                <a:ext uri="{FF2B5EF4-FFF2-40B4-BE49-F238E27FC236}">
                  <a16:creationId xmlns:a16="http://schemas.microsoft.com/office/drawing/2014/main" id="{B3ADEA67-B846-4907-A4E3-44C28D352AA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9760" y="588416"/>
              <a:ext cx="241402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28" name="encoder-stage-1-bounds">
              <a:extLst xmlns:a="http://schemas.openxmlformats.org/drawingml/2006/main">
                <a:ext uri="{FF2B5EF4-FFF2-40B4-BE49-F238E27FC236}">
                  <a16:creationId xmlns:a16="http://schemas.microsoft.com/office/drawing/2014/main" id="{D1B1CE16-57EA-429F-8A90-4247A3272B0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9760" y="347015"/>
              <a:ext cx="301752" cy="3017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</p:sp>
        <p:sp>
          <p:nvSpPr>
            <p:cNvPr id="29" name="encoder-stage-2-sheet2">
              <a:extLst xmlns:a="http://schemas.openxmlformats.org/drawingml/2006/main">
                <a:ext uri="{FF2B5EF4-FFF2-40B4-BE49-F238E27FC236}">
                  <a16:creationId xmlns:a16="http://schemas.microsoft.com/office/drawing/2014/main" id="{3C4A6DC5-ACCB-458B-9781-0C30EDBBFE7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44143" y="402336"/>
              <a:ext cx="186080" cy="1860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7F9FB"/>
            </a:solidFill>
            <a:ln xmlns:a="http://schemas.openxmlformats.org/drawingml/2006/main" w="4778">
              <a:solidFill>
                <a:srgbClr val="64696E"/>
              </a:solidFill>
            </a:ln>
          </p:spPr>
        </p:sp>
        <p:sp>
          <p:nvSpPr>
            <p:cNvPr id="30" name="encoder-stage-2-sheet2-v1">
              <a:extLst xmlns:a="http://schemas.openxmlformats.org/drawingml/2006/main">
                <a:ext uri="{FF2B5EF4-FFF2-40B4-BE49-F238E27FC236}">
                  <a16:creationId xmlns:a16="http://schemas.microsoft.com/office/drawing/2014/main" id="{54F287B7-F1E4-432C-B5BC-5FF5F3A77BC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0663" y="402336"/>
              <a:ext cx="2012" cy="1860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31" name="encoder-stage-2-sheet2-h1">
              <a:extLst xmlns:a="http://schemas.openxmlformats.org/drawingml/2006/main">
                <a:ext uri="{FF2B5EF4-FFF2-40B4-BE49-F238E27FC236}">
                  <a16:creationId xmlns:a16="http://schemas.microsoft.com/office/drawing/2014/main" id="{24A76AC0-EBB4-4807-B275-40937FBEC87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44143" y="448856"/>
              <a:ext cx="186080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32" name="encoder-stage-2-sheet2-v2">
              <a:extLst xmlns:a="http://schemas.openxmlformats.org/drawingml/2006/main">
                <a:ext uri="{FF2B5EF4-FFF2-40B4-BE49-F238E27FC236}">
                  <a16:creationId xmlns:a16="http://schemas.microsoft.com/office/drawing/2014/main" id="{E5C86BFF-B90F-4FD0-AECB-82F397F531D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37183" y="402336"/>
              <a:ext cx="2012" cy="1860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33" name="encoder-stage-2-sheet2-h2">
              <a:extLst xmlns:a="http://schemas.openxmlformats.org/drawingml/2006/main">
                <a:ext uri="{FF2B5EF4-FFF2-40B4-BE49-F238E27FC236}">
                  <a16:creationId xmlns:a16="http://schemas.microsoft.com/office/drawing/2014/main" id="{3663D28D-785A-494D-947C-B4E808D0B74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44143" y="495376"/>
              <a:ext cx="186080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34" name="encoder-stage-2-sheet2-v3">
              <a:extLst xmlns:a="http://schemas.openxmlformats.org/drawingml/2006/main">
                <a:ext uri="{FF2B5EF4-FFF2-40B4-BE49-F238E27FC236}">
                  <a16:creationId xmlns:a16="http://schemas.microsoft.com/office/drawing/2014/main" id="{A18DD9ED-9563-495F-B197-23FCA795275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83703" y="402336"/>
              <a:ext cx="2012" cy="1860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35" name="encoder-stage-2-sheet2-h3">
              <a:extLst xmlns:a="http://schemas.openxmlformats.org/drawingml/2006/main">
                <a:ext uri="{FF2B5EF4-FFF2-40B4-BE49-F238E27FC236}">
                  <a16:creationId xmlns:a16="http://schemas.microsoft.com/office/drawing/2014/main" id="{1F5F9F63-202B-44AA-B43C-620283D5C71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44143" y="541896"/>
              <a:ext cx="186080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36" name="encoder-stage-2-sheet1">
              <a:extLst xmlns:a="http://schemas.openxmlformats.org/drawingml/2006/main">
                <a:ext uri="{FF2B5EF4-FFF2-40B4-BE49-F238E27FC236}">
                  <a16:creationId xmlns:a16="http://schemas.microsoft.com/office/drawing/2014/main" id="{7CB9F5C0-B2E4-430A-AB9E-13FFC8FB2D8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13968" y="432511"/>
              <a:ext cx="186080" cy="1860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7F9FB"/>
            </a:solidFill>
            <a:ln xmlns:a="http://schemas.openxmlformats.org/drawingml/2006/main" w="4778">
              <a:solidFill>
                <a:srgbClr val="64696E"/>
              </a:solidFill>
            </a:ln>
          </p:spPr>
        </p:sp>
        <p:sp>
          <p:nvSpPr>
            <p:cNvPr id="37" name="encoder-stage-2-sheet1-v1">
              <a:extLst xmlns:a="http://schemas.openxmlformats.org/drawingml/2006/main">
                <a:ext uri="{FF2B5EF4-FFF2-40B4-BE49-F238E27FC236}">
                  <a16:creationId xmlns:a16="http://schemas.microsoft.com/office/drawing/2014/main" id="{6CABA77B-3816-450F-8E41-97E93574EE5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60488" y="432511"/>
              <a:ext cx="2012" cy="1860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38" name="encoder-stage-2-sheet1-h1">
              <a:extLst xmlns:a="http://schemas.openxmlformats.org/drawingml/2006/main">
                <a:ext uri="{FF2B5EF4-FFF2-40B4-BE49-F238E27FC236}">
                  <a16:creationId xmlns:a16="http://schemas.microsoft.com/office/drawing/2014/main" id="{E49C857A-3661-42BE-B6C6-CA8055072D7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13968" y="479031"/>
              <a:ext cx="186080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39" name="encoder-stage-2-sheet1-v2">
              <a:extLst xmlns:a="http://schemas.openxmlformats.org/drawingml/2006/main">
                <a:ext uri="{FF2B5EF4-FFF2-40B4-BE49-F238E27FC236}">
                  <a16:creationId xmlns:a16="http://schemas.microsoft.com/office/drawing/2014/main" id="{56EFC003-6E17-4840-972C-E912265A28E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07008" y="432511"/>
              <a:ext cx="2012" cy="1860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40" name="encoder-stage-2-sheet1-h2">
              <a:extLst xmlns:a="http://schemas.openxmlformats.org/drawingml/2006/main">
                <a:ext uri="{FF2B5EF4-FFF2-40B4-BE49-F238E27FC236}">
                  <a16:creationId xmlns:a16="http://schemas.microsoft.com/office/drawing/2014/main" id="{0543FF80-F627-423E-B543-5A7C9DB1B84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13968" y="525551"/>
              <a:ext cx="186080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41" name="encoder-stage-2-sheet1-v3">
              <a:extLst xmlns:a="http://schemas.openxmlformats.org/drawingml/2006/main">
                <a:ext uri="{FF2B5EF4-FFF2-40B4-BE49-F238E27FC236}">
                  <a16:creationId xmlns:a16="http://schemas.microsoft.com/office/drawing/2014/main" id="{0DCEB942-1816-4E6F-A1F3-90E2EAB64F1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53528" y="432511"/>
              <a:ext cx="2012" cy="1860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42" name="encoder-stage-2-sheet1-h3">
              <a:extLst xmlns:a="http://schemas.openxmlformats.org/drawingml/2006/main">
                <a:ext uri="{FF2B5EF4-FFF2-40B4-BE49-F238E27FC236}">
                  <a16:creationId xmlns:a16="http://schemas.microsoft.com/office/drawing/2014/main" id="{C0AE0A0D-85B3-426A-AC36-F32A767E88B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13968" y="572072"/>
              <a:ext cx="186080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43" name="encoder-stage-2-sheet0">
              <a:extLst xmlns:a="http://schemas.openxmlformats.org/drawingml/2006/main">
                <a:ext uri="{FF2B5EF4-FFF2-40B4-BE49-F238E27FC236}">
                  <a16:creationId xmlns:a16="http://schemas.microsoft.com/office/drawing/2014/main" id="{7E9603BD-7AA2-40CA-8DE9-7F6D3A5852C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3793" y="462686"/>
              <a:ext cx="186080" cy="1860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7EDF2"/>
            </a:solidFill>
            <a:ln xmlns:a="http://schemas.openxmlformats.org/drawingml/2006/main" w="4778">
              <a:solidFill>
                <a:srgbClr val="64696E"/>
              </a:solidFill>
            </a:ln>
          </p:spPr>
        </p:sp>
        <p:sp>
          <p:nvSpPr>
            <p:cNvPr id="44" name="encoder-stage-2-sheet0-v1">
              <a:extLst xmlns:a="http://schemas.openxmlformats.org/drawingml/2006/main">
                <a:ext uri="{FF2B5EF4-FFF2-40B4-BE49-F238E27FC236}">
                  <a16:creationId xmlns:a16="http://schemas.microsoft.com/office/drawing/2014/main" id="{37B9DF5A-BD2E-42BD-B526-A9B4EED16AC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30313" y="462686"/>
              <a:ext cx="2012" cy="1860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45" name="encoder-stage-2-sheet0-h1">
              <a:extLst xmlns:a="http://schemas.openxmlformats.org/drawingml/2006/main">
                <a:ext uri="{FF2B5EF4-FFF2-40B4-BE49-F238E27FC236}">
                  <a16:creationId xmlns:a16="http://schemas.microsoft.com/office/drawing/2014/main" id="{D80B660A-FD90-497E-8AB8-E63C2DA6B11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3793" y="509207"/>
              <a:ext cx="186080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46" name="encoder-stage-2-sheet0-v2">
              <a:extLst xmlns:a="http://schemas.openxmlformats.org/drawingml/2006/main">
                <a:ext uri="{FF2B5EF4-FFF2-40B4-BE49-F238E27FC236}">
                  <a16:creationId xmlns:a16="http://schemas.microsoft.com/office/drawing/2014/main" id="{9F42A52A-29DE-441A-8285-3B9BFB2B058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76833" y="462686"/>
              <a:ext cx="2012" cy="1860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47" name="encoder-stage-2-sheet0-h2">
              <a:extLst xmlns:a="http://schemas.openxmlformats.org/drawingml/2006/main">
                <a:ext uri="{FF2B5EF4-FFF2-40B4-BE49-F238E27FC236}">
                  <a16:creationId xmlns:a16="http://schemas.microsoft.com/office/drawing/2014/main" id="{C840E6AB-D4D0-4FED-9545-751136DCBFF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3793" y="555727"/>
              <a:ext cx="186080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48" name="encoder-stage-2-sheet0-v3">
              <a:extLst xmlns:a="http://schemas.openxmlformats.org/drawingml/2006/main">
                <a:ext uri="{FF2B5EF4-FFF2-40B4-BE49-F238E27FC236}">
                  <a16:creationId xmlns:a16="http://schemas.microsoft.com/office/drawing/2014/main" id="{61F1C202-1745-4996-A3CB-DAF7604482A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23353" y="462686"/>
              <a:ext cx="2012" cy="1860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49" name="encoder-stage-2-sheet0-h3">
              <a:extLst xmlns:a="http://schemas.openxmlformats.org/drawingml/2006/main">
                <a:ext uri="{FF2B5EF4-FFF2-40B4-BE49-F238E27FC236}">
                  <a16:creationId xmlns:a16="http://schemas.microsoft.com/office/drawing/2014/main" id="{71127A26-F601-402A-9FD6-B532877C47E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3793" y="602247"/>
              <a:ext cx="186080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50" name="encoder-stage-2-bounds">
              <a:extLst xmlns:a="http://schemas.openxmlformats.org/drawingml/2006/main">
                <a:ext uri="{FF2B5EF4-FFF2-40B4-BE49-F238E27FC236}">
                  <a16:creationId xmlns:a16="http://schemas.microsoft.com/office/drawing/2014/main" id="{F59EB8F6-6D6D-4057-8386-5469F1C11B1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3793" y="402336"/>
              <a:ext cx="246431" cy="2464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</p:sp>
        <p:sp>
          <p:nvSpPr>
            <p:cNvPr id="51" name="encoder-stage-3-sheet2">
              <a:extLst xmlns:a="http://schemas.openxmlformats.org/drawingml/2006/main">
                <a:ext uri="{FF2B5EF4-FFF2-40B4-BE49-F238E27FC236}">
                  <a16:creationId xmlns:a16="http://schemas.microsoft.com/office/drawing/2014/main" id="{E5E1602C-1A94-4112-9491-0EBFB5660CC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52855" y="450113"/>
              <a:ext cx="135788" cy="1357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7F9FB"/>
            </a:solidFill>
            <a:ln xmlns:a="http://schemas.openxmlformats.org/drawingml/2006/main" w="4778">
              <a:solidFill>
                <a:srgbClr val="64696E"/>
              </a:solidFill>
            </a:ln>
          </p:spPr>
        </p:sp>
        <p:sp>
          <p:nvSpPr>
            <p:cNvPr id="52" name="encoder-stage-3-sheet2-v1">
              <a:extLst xmlns:a="http://schemas.openxmlformats.org/drawingml/2006/main">
                <a:ext uri="{FF2B5EF4-FFF2-40B4-BE49-F238E27FC236}">
                  <a16:creationId xmlns:a16="http://schemas.microsoft.com/office/drawing/2014/main" id="{863A55BB-FABE-40DA-ADBC-99B2A99622B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6802" y="450113"/>
              <a:ext cx="2012" cy="1357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53" name="encoder-stage-3-sheet2-h1">
              <a:extLst xmlns:a="http://schemas.openxmlformats.org/drawingml/2006/main">
                <a:ext uri="{FF2B5EF4-FFF2-40B4-BE49-F238E27FC236}">
                  <a16:creationId xmlns:a16="http://schemas.microsoft.com/office/drawing/2014/main" id="{6FEDCE8A-6346-49F9-BF40-48EEB0F7624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52855" y="484061"/>
              <a:ext cx="135788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54" name="encoder-stage-3-sheet2-v2">
              <a:extLst xmlns:a="http://schemas.openxmlformats.org/drawingml/2006/main">
                <a:ext uri="{FF2B5EF4-FFF2-40B4-BE49-F238E27FC236}">
                  <a16:creationId xmlns:a16="http://schemas.microsoft.com/office/drawing/2014/main" id="{EDCC3DF0-A2DE-4A90-9389-34608273DC6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20749" y="450113"/>
              <a:ext cx="2012" cy="1357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55" name="encoder-stage-3-sheet2-h2">
              <a:extLst xmlns:a="http://schemas.openxmlformats.org/drawingml/2006/main">
                <a:ext uri="{FF2B5EF4-FFF2-40B4-BE49-F238E27FC236}">
                  <a16:creationId xmlns:a16="http://schemas.microsoft.com/office/drawing/2014/main" id="{D696031C-2DB1-40D1-813C-E12BA43E552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52855" y="518008"/>
              <a:ext cx="135788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56" name="encoder-stage-3-sheet2-v3">
              <a:extLst xmlns:a="http://schemas.openxmlformats.org/drawingml/2006/main">
                <a:ext uri="{FF2B5EF4-FFF2-40B4-BE49-F238E27FC236}">
                  <a16:creationId xmlns:a16="http://schemas.microsoft.com/office/drawing/2014/main" id="{0BEFC893-0706-405E-A23D-C5AB2B7180D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54696" y="450113"/>
              <a:ext cx="2012" cy="1357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57" name="encoder-stage-3-sheet2-h3">
              <a:extLst xmlns:a="http://schemas.openxmlformats.org/drawingml/2006/main">
                <a:ext uri="{FF2B5EF4-FFF2-40B4-BE49-F238E27FC236}">
                  <a16:creationId xmlns:a16="http://schemas.microsoft.com/office/drawing/2014/main" id="{43DBDB7A-B239-406A-9E53-4DEB3E3C03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52855" y="551955"/>
              <a:ext cx="135788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58" name="encoder-stage-3-sheet1">
              <a:extLst xmlns:a="http://schemas.openxmlformats.org/drawingml/2006/main">
                <a:ext uri="{FF2B5EF4-FFF2-40B4-BE49-F238E27FC236}">
                  <a16:creationId xmlns:a16="http://schemas.microsoft.com/office/drawing/2014/main" id="{3467B150-B724-4A66-BB21-4B7FBF5DCA1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22680" y="480289"/>
              <a:ext cx="135788" cy="1357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7F9FB"/>
            </a:solidFill>
            <a:ln xmlns:a="http://schemas.openxmlformats.org/drawingml/2006/main" w="4778">
              <a:solidFill>
                <a:srgbClr val="64696E"/>
              </a:solidFill>
            </a:ln>
          </p:spPr>
        </p:sp>
        <p:sp>
          <p:nvSpPr>
            <p:cNvPr id="59" name="encoder-stage-3-sheet1-v1">
              <a:extLst xmlns:a="http://schemas.openxmlformats.org/drawingml/2006/main">
                <a:ext uri="{FF2B5EF4-FFF2-40B4-BE49-F238E27FC236}">
                  <a16:creationId xmlns:a16="http://schemas.microsoft.com/office/drawing/2014/main" id="{5ADE88DD-7A8B-4E22-AB7D-A6B49D18CA2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56627" y="480289"/>
              <a:ext cx="2012" cy="1357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60" name="encoder-stage-3-sheet1-h1">
              <a:extLst xmlns:a="http://schemas.openxmlformats.org/drawingml/2006/main">
                <a:ext uri="{FF2B5EF4-FFF2-40B4-BE49-F238E27FC236}">
                  <a16:creationId xmlns:a16="http://schemas.microsoft.com/office/drawing/2014/main" id="{16200F89-AE7D-4D77-B29A-777852E8A77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22680" y="514236"/>
              <a:ext cx="135788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61" name="encoder-stage-3-sheet1-v2">
              <a:extLst xmlns:a="http://schemas.openxmlformats.org/drawingml/2006/main">
                <a:ext uri="{FF2B5EF4-FFF2-40B4-BE49-F238E27FC236}">
                  <a16:creationId xmlns:a16="http://schemas.microsoft.com/office/drawing/2014/main" id="{9F5C4053-15D4-42B0-8E8C-987FF7BB282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0574" y="480289"/>
              <a:ext cx="2012" cy="1357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62" name="encoder-stage-3-sheet1-h2">
              <a:extLst xmlns:a="http://schemas.openxmlformats.org/drawingml/2006/main">
                <a:ext uri="{FF2B5EF4-FFF2-40B4-BE49-F238E27FC236}">
                  <a16:creationId xmlns:a16="http://schemas.microsoft.com/office/drawing/2014/main" id="{798D74B8-97AF-413E-A325-F94FFE490D0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22680" y="548183"/>
              <a:ext cx="135788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63" name="encoder-stage-3-sheet1-v3">
              <a:extLst xmlns:a="http://schemas.openxmlformats.org/drawingml/2006/main">
                <a:ext uri="{FF2B5EF4-FFF2-40B4-BE49-F238E27FC236}">
                  <a16:creationId xmlns:a16="http://schemas.microsoft.com/office/drawing/2014/main" id="{33CFB1D8-A244-4BB3-8349-9BA690A3957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24521" y="480289"/>
              <a:ext cx="2012" cy="1357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64" name="encoder-stage-3-sheet1-h3">
              <a:extLst xmlns:a="http://schemas.openxmlformats.org/drawingml/2006/main">
                <a:ext uri="{FF2B5EF4-FFF2-40B4-BE49-F238E27FC236}">
                  <a16:creationId xmlns:a16="http://schemas.microsoft.com/office/drawing/2014/main" id="{95B4B67F-B51E-4441-A25B-D780D9A4D97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22680" y="582130"/>
              <a:ext cx="135788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65" name="encoder-stage-3-sheet0">
              <a:extLst xmlns:a="http://schemas.openxmlformats.org/drawingml/2006/main">
                <a:ext uri="{FF2B5EF4-FFF2-40B4-BE49-F238E27FC236}">
                  <a16:creationId xmlns:a16="http://schemas.microsoft.com/office/drawing/2014/main" id="{DF11E718-CF42-44CC-8D5D-F31702386B5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92504" y="510464"/>
              <a:ext cx="135788" cy="1357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7EDF2"/>
            </a:solidFill>
            <a:ln xmlns:a="http://schemas.openxmlformats.org/drawingml/2006/main" w="4778">
              <a:solidFill>
                <a:srgbClr val="64696E"/>
              </a:solidFill>
            </a:ln>
          </p:spPr>
        </p:sp>
        <p:sp>
          <p:nvSpPr>
            <p:cNvPr id="66" name="encoder-stage-3-sheet0-v1">
              <a:extLst xmlns:a="http://schemas.openxmlformats.org/drawingml/2006/main">
                <a:ext uri="{FF2B5EF4-FFF2-40B4-BE49-F238E27FC236}">
                  <a16:creationId xmlns:a16="http://schemas.microsoft.com/office/drawing/2014/main" id="{0EF577A5-EDCB-4280-A0E6-9E0F1B1F2F3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26452" y="510464"/>
              <a:ext cx="2012" cy="1357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67" name="encoder-stage-3-sheet0-h1">
              <a:extLst xmlns:a="http://schemas.openxmlformats.org/drawingml/2006/main">
                <a:ext uri="{FF2B5EF4-FFF2-40B4-BE49-F238E27FC236}">
                  <a16:creationId xmlns:a16="http://schemas.microsoft.com/office/drawing/2014/main" id="{CA50B99F-E8B3-41A5-8445-57FE2EB0740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92504" y="544411"/>
              <a:ext cx="135788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68" name="encoder-stage-3-sheet0-v2">
              <a:extLst xmlns:a="http://schemas.openxmlformats.org/drawingml/2006/main">
                <a:ext uri="{FF2B5EF4-FFF2-40B4-BE49-F238E27FC236}">
                  <a16:creationId xmlns:a16="http://schemas.microsoft.com/office/drawing/2014/main" id="{0CAE12EA-3CEC-49F1-A681-A49C538DE2F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60399" y="510464"/>
              <a:ext cx="2012" cy="1357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69" name="encoder-stage-3-sheet0-h2">
              <a:extLst xmlns:a="http://schemas.openxmlformats.org/drawingml/2006/main">
                <a:ext uri="{FF2B5EF4-FFF2-40B4-BE49-F238E27FC236}">
                  <a16:creationId xmlns:a16="http://schemas.microsoft.com/office/drawing/2014/main" id="{815D260E-73C0-4B26-A3FC-841A042D934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92504" y="578358"/>
              <a:ext cx="135788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70" name="encoder-stage-3-sheet0-v3">
              <a:extLst xmlns:a="http://schemas.openxmlformats.org/drawingml/2006/main">
                <a:ext uri="{FF2B5EF4-FFF2-40B4-BE49-F238E27FC236}">
                  <a16:creationId xmlns:a16="http://schemas.microsoft.com/office/drawing/2014/main" id="{A3F7C141-8633-4BDF-85DA-7162D92D523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4346" y="510464"/>
              <a:ext cx="2012" cy="1357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71" name="encoder-stage-3-sheet0-h3">
              <a:extLst xmlns:a="http://schemas.openxmlformats.org/drawingml/2006/main">
                <a:ext uri="{FF2B5EF4-FFF2-40B4-BE49-F238E27FC236}">
                  <a16:creationId xmlns:a16="http://schemas.microsoft.com/office/drawing/2014/main" id="{AFC3D12E-896D-449B-BAC5-7BE662221A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92504" y="612305"/>
              <a:ext cx="135788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72" name="encoder-stage-3-bounds">
              <a:extLst xmlns:a="http://schemas.openxmlformats.org/drawingml/2006/main">
                <a:ext uri="{FF2B5EF4-FFF2-40B4-BE49-F238E27FC236}">
                  <a16:creationId xmlns:a16="http://schemas.microsoft.com/office/drawing/2014/main" id="{95C1CBF7-CD3C-42A5-BB24-3410088ADD8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92504" y="450113"/>
              <a:ext cx="196139" cy="19613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</p:sp>
      </p:grpSp>
      <p:sp>
        <p:nvSpPr>
          <p:cNvPr id="73" name="whole-shared-encoder-output">
            <a:extLst xmlns:a="http://schemas.openxmlformats.org/drawingml/2006/main">
              <a:ext uri="{FF2B5EF4-FFF2-40B4-BE49-F238E27FC236}">
                <a16:creationId xmlns:a16="http://schemas.microsoft.com/office/drawing/2014/main" id="{A3A21A1E-CA83-48B6-B96C-2563B7A6017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19760" y="344500"/>
            <a:ext cx="668884" cy="2967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6" name="flow-segment-1"/>
          <p:cNvCxnSpPr>
            <a:stCxn xmlns:a="http://schemas.openxmlformats.org/drawingml/2006/main" id="4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600989" y="492861"/>
            <a:ext cx="218771" cy="0"/>
          </a:xfrm>
          <a:prstGeom xmlns:a="http://schemas.openxmlformats.org/drawingml/2006/main" prst="straightConnector1">
            <a:avLst/>
          </a:prstGeom>
          <a:ln xmlns:a="http://schemas.openxmlformats.org/drawingml/2006/main" w="11316">
            <a:solidFill>
              <a:srgbClr val="64696E"/>
            </a:solidFill>
            <a:tailEnd type="triangle" w="med" len="med"/>
          </a:ln>
        </p:spPr>
      </p:cxnSp>
      <p:sp>
        <p:nvSpPr>
          <p:cNvPr id="75" name="encoder-label">
            <a:extLst xmlns:a="http://schemas.openxmlformats.org/drawingml/2006/main">
              <a:ext uri="{FF2B5EF4-FFF2-40B4-BE49-F238E27FC236}">
                <a16:creationId xmlns:a16="http://schemas.microsoft.com/office/drawing/2014/main" id="{D9D2A0C5-872F-4169-9D72-052809B8061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41807" y="771982"/>
            <a:ext cx="829818" cy="113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Shared encoder</a:t>
            </a:r>
          </a:p>
        </p:txBody>
      </p:sp>
      <p:sp>
        <p:nvSpPr>
          <p:cNvPr id="76" name="encoder-name">
            <a:extLst xmlns:a="http://schemas.openxmlformats.org/drawingml/2006/main">
              <a:ext uri="{FF2B5EF4-FFF2-40B4-BE49-F238E27FC236}">
                <a16:creationId xmlns:a16="http://schemas.microsoft.com/office/drawing/2014/main" id="{14B11978-C586-48CD-94EB-3FC0DB24FBC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41807" y="885139"/>
            <a:ext cx="829818" cy="100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64696E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64696E"/>
                </a:solidFill>
                <a:latin typeface="Arial"/>
                <a:ea typeface="Arial"/>
                <a:cs typeface="Arial"/>
              </a:rPr>
              <a:t>ResNet-50</a:t>
            </a:r>
          </a:p>
        </p:txBody>
      </p:sp>
      <p:grpSp>
        <p:nvGrpSpPr>
          <p:cNvPr id="975" name="Editable spatial-C"/>
          <p:cNvGrpSpPr/>
          <p:nvPr/>
        </p:nvGrpSpPr>
        <p:grpSpPr>
          <ns1:xfrm xmlns:ns1="http://schemas.openxmlformats.org/drawingml/2006/main">
            <ns1:off x="1818056" y="286664"/>
            <ns1:ext cx="412394" cy="412395"/>
            <ns1:chOff x="1818056" y="286664"/>
            <ns1:chExt cx="412394" cy="412395"/>
          </ns1:xfrm>
        </p:grpSpPr>
        <p:sp>
          <p:nvSpPr>
            <p:cNvPr id="77" name="spatial-C-sheet2">
              <a:extLst xmlns:a="http://schemas.openxmlformats.org/drawingml/2006/main">
                <a:ext uri="{FF2B5EF4-FFF2-40B4-BE49-F238E27FC236}">
                  <a16:creationId xmlns:a16="http://schemas.microsoft.com/office/drawing/2014/main" id="{F1FC8DB9-553F-43B0-A27A-D330E7DBC0A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78406" y="286664"/>
              <a:ext cx="352044" cy="3520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7F9FB"/>
            </a:solidFill>
            <a:ln xmlns:a="http://schemas.openxmlformats.org/drawingml/2006/main" w="4778">
              <a:solidFill>
                <a:srgbClr val="64696E"/>
              </a:solidFill>
            </a:ln>
          </p:spPr>
        </p:sp>
        <p:sp>
          <p:nvSpPr>
            <p:cNvPr id="78" name="spatial-C-sheet2-v1">
              <a:extLst xmlns:a="http://schemas.openxmlformats.org/drawingml/2006/main">
                <a:ext uri="{FF2B5EF4-FFF2-40B4-BE49-F238E27FC236}">
                  <a16:creationId xmlns:a16="http://schemas.microsoft.com/office/drawing/2014/main" id="{97745EF1-1CD6-4BA2-B05E-279AB2D6AFE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66417" y="286664"/>
              <a:ext cx="2012" cy="3520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79" name="spatial-C-sheet2-h1">
              <a:extLst xmlns:a="http://schemas.openxmlformats.org/drawingml/2006/main">
                <a:ext uri="{FF2B5EF4-FFF2-40B4-BE49-F238E27FC236}">
                  <a16:creationId xmlns:a16="http://schemas.microsoft.com/office/drawing/2014/main" id="{5845053F-9E4E-40DF-9FEA-7C25B660762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78406" y="374675"/>
              <a:ext cx="352044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80" name="spatial-C-sheet2-v2">
              <a:extLst xmlns:a="http://schemas.openxmlformats.org/drawingml/2006/main">
                <a:ext uri="{FF2B5EF4-FFF2-40B4-BE49-F238E27FC236}">
                  <a16:creationId xmlns:a16="http://schemas.microsoft.com/office/drawing/2014/main" id="{2F067E4A-1304-44F6-965E-4F3A93E25A5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54428" y="286664"/>
              <a:ext cx="2012" cy="3520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81" name="spatial-C-sheet2-h2">
              <a:extLst xmlns:a="http://schemas.openxmlformats.org/drawingml/2006/main">
                <a:ext uri="{FF2B5EF4-FFF2-40B4-BE49-F238E27FC236}">
                  <a16:creationId xmlns:a16="http://schemas.microsoft.com/office/drawing/2014/main" id="{1E5FF9F4-D700-4845-9BFA-C0AD3BC714E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78406" y="462686"/>
              <a:ext cx="352044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82" name="spatial-C-sheet2-v3">
              <a:extLst xmlns:a="http://schemas.openxmlformats.org/drawingml/2006/main">
                <a:ext uri="{FF2B5EF4-FFF2-40B4-BE49-F238E27FC236}">
                  <a16:creationId xmlns:a16="http://schemas.microsoft.com/office/drawing/2014/main" id="{79B2A963-C4E5-4682-B218-79DE46563A4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42439" y="286664"/>
              <a:ext cx="2012" cy="3520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83" name="spatial-C-sheet2-h3">
              <a:extLst xmlns:a="http://schemas.openxmlformats.org/drawingml/2006/main">
                <a:ext uri="{FF2B5EF4-FFF2-40B4-BE49-F238E27FC236}">
                  <a16:creationId xmlns:a16="http://schemas.microsoft.com/office/drawing/2014/main" id="{3CEB8BB5-5E14-4907-8EB9-346450A30C3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78406" y="550697"/>
              <a:ext cx="352044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84" name="spatial-C-sheet1">
              <a:extLst xmlns:a="http://schemas.openxmlformats.org/drawingml/2006/main">
                <a:ext uri="{FF2B5EF4-FFF2-40B4-BE49-F238E27FC236}">
                  <a16:creationId xmlns:a16="http://schemas.microsoft.com/office/drawing/2014/main" id="{C98EED3F-893F-4AD8-8ECB-B1C0EC3FFF9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48231" y="316840"/>
              <a:ext cx="352044" cy="3520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7F9FB"/>
            </a:solidFill>
            <a:ln xmlns:a="http://schemas.openxmlformats.org/drawingml/2006/main" w="4778">
              <a:solidFill>
                <a:srgbClr val="64696E"/>
              </a:solidFill>
            </a:ln>
          </p:spPr>
        </p:sp>
        <p:sp>
          <p:nvSpPr>
            <p:cNvPr id="85" name="spatial-C-sheet1-v1">
              <a:extLst xmlns:a="http://schemas.openxmlformats.org/drawingml/2006/main">
                <a:ext uri="{FF2B5EF4-FFF2-40B4-BE49-F238E27FC236}">
                  <a16:creationId xmlns:a16="http://schemas.microsoft.com/office/drawing/2014/main" id="{44A9DF9B-4C63-4362-A794-38114E8DA63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36242" y="316840"/>
              <a:ext cx="2012" cy="3520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86" name="spatial-C-sheet1-h1">
              <a:extLst xmlns:a="http://schemas.openxmlformats.org/drawingml/2006/main">
                <a:ext uri="{FF2B5EF4-FFF2-40B4-BE49-F238E27FC236}">
                  <a16:creationId xmlns:a16="http://schemas.microsoft.com/office/drawing/2014/main" id="{0B0173E8-5861-4D64-99D5-85CA8A4D953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48231" y="404851"/>
              <a:ext cx="352044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87" name="spatial-C-sheet1-v2">
              <a:extLst xmlns:a="http://schemas.openxmlformats.org/drawingml/2006/main">
                <a:ext uri="{FF2B5EF4-FFF2-40B4-BE49-F238E27FC236}">
                  <a16:creationId xmlns:a16="http://schemas.microsoft.com/office/drawing/2014/main" id="{A314A6EE-9D1C-47EB-B043-721DF6271A5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24253" y="316840"/>
              <a:ext cx="2012" cy="3520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88" name="spatial-C-sheet1-h2">
              <a:extLst xmlns:a="http://schemas.openxmlformats.org/drawingml/2006/main">
                <a:ext uri="{FF2B5EF4-FFF2-40B4-BE49-F238E27FC236}">
                  <a16:creationId xmlns:a16="http://schemas.microsoft.com/office/drawing/2014/main" id="{DA59430B-A9C1-4753-AC43-64A69BDFA9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48231" y="492862"/>
              <a:ext cx="352044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89" name="spatial-C-sheet1-v3">
              <a:extLst xmlns:a="http://schemas.openxmlformats.org/drawingml/2006/main">
                <a:ext uri="{FF2B5EF4-FFF2-40B4-BE49-F238E27FC236}">
                  <a16:creationId xmlns:a16="http://schemas.microsoft.com/office/drawing/2014/main" id="{6CC06712-F887-4800-AFA7-501D3458459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12264" y="316840"/>
              <a:ext cx="2012" cy="3520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90" name="spatial-C-sheet1-h3">
              <a:extLst xmlns:a="http://schemas.openxmlformats.org/drawingml/2006/main">
                <a:ext uri="{FF2B5EF4-FFF2-40B4-BE49-F238E27FC236}">
                  <a16:creationId xmlns:a16="http://schemas.microsoft.com/office/drawing/2014/main" id="{A81B622B-BB8F-4278-A559-D14C551760A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48231" y="580873"/>
              <a:ext cx="352044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91" name="spatial-C-sheet0">
              <a:extLst xmlns:a="http://schemas.openxmlformats.org/drawingml/2006/main">
                <a:ext uri="{FF2B5EF4-FFF2-40B4-BE49-F238E27FC236}">
                  <a16:creationId xmlns:a16="http://schemas.microsoft.com/office/drawing/2014/main" id="{265E1B32-5B20-4892-9D07-22861B02CAD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18056" y="347015"/>
              <a:ext cx="352044" cy="3520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7EDF2"/>
            </a:solidFill>
            <a:ln xmlns:a="http://schemas.openxmlformats.org/drawingml/2006/main" w="4778">
              <a:solidFill>
                <a:srgbClr val="64696E"/>
              </a:solidFill>
            </a:ln>
          </p:spPr>
        </p:sp>
        <p:sp>
          <p:nvSpPr>
            <p:cNvPr id="92" name="spatial-C-sheet0-v1">
              <a:extLst xmlns:a="http://schemas.openxmlformats.org/drawingml/2006/main">
                <a:ext uri="{FF2B5EF4-FFF2-40B4-BE49-F238E27FC236}">
                  <a16:creationId xmlns:a16="http://schemas.microsoft.com/office/drawing/2014/main" id="{22573A52-DFAF-4EB7-BD9F-779F5621B33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06067" y="347015"/>
              <a:ext cx="2012" cy="3520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93" name="spatial-C-sheet0-h1">
              <a:extLst xmlns:a="http://schemas.openxmlformats.org/drawingml/2006/main">
                <a:ext uri="{FF2B5EF4-FFF2-40B4-BE49-F238E27FC236}">
                  <a16:creationId xmlns:a16="http://schemas.microsoft.com/office/drawing/2014/main" id="{5FE3690D-B302-45B4-A374-CB8395426E7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18056" y="435026"/>
              <a:ext cx="352044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94" name="spatial-C-sheet0-v2">
              <a:extLst xmlns:a="http://schemas.openxmlformats.org/drawingml/2006/main">
                <a:ext uri="{FF2B5EF4-FFF2-40B4-BE49-F238E27FC236}">
                  <a16:creationId xmlns:a16="http://schemas.microsoft.com/office/drawing/2014/main" id="{FDA928EB-FB4D-4114-B51A-950E99ADF74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94078" y="347015"/>
              <a:ext cx="2012" cy="3520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95" name="spatial-C-sheet0-h2">
              <a:extLst xmlns:a="http://schemas.openxmlformats.org/drawingml/2006/main">
                <a:ext uri="{FF2B5EF4-FFF2-40B4-BE49-F238E27FC236}">
                  <a16:creationId xmlns:a16="http://schemas.microsoft.com/office/drawing/2014/main" id="{C9A57835-1E86-4F2E-A367-D77A8E2CC1C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18056" y="523037"/>
              <a:ext cx="352044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96" name="spatial-C-sheet0-v3">
              <a:extLst xmlns:a="http://schemas.openxmlformats.org/drawingml/2006/main">
                <a:ext uri="{FF2B5EF4-FFF2-40B4-BE49-F238E27FC236}">
                  <a16:creationId xmlns:a16="http://schemas.microsoft.com/office/drawing/2014/main" id="{5245935D-CAEA-4358-BBDA-F3902CBD5D6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82089" y="347015"/>
              <a:ext cx="2012" cy="3520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97" name="spatial-C-sheet0-h3">
              <a:extLst xmlns:a="http://schemas.openxmlformats.org/drawingml/2006/main">
                <a:ext uri="{FF2B5EF4-FFF2-40B4-BE49-F238E27FC236}">
                  <a16:creationId xmlns:a16="http://schemas.microsoft.com/office/drawing/2014/main" id="{EAE2A3FA-72EF-4AC2-BBD7-4B1452D3B26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18056" y="611048"/>
              <a:ext cx="352044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98" name="spatial-C-bounds">
              <a:extLst xmlns:a="http://schemas.openxmlformats.org/drawingml/2006/main">
                <a:ext uri="{FF2B5EF4-FFF2-40B4-BE49-F238E27FC236}">
                  <a16:creationId xmlns:a16="http://schemas.microsoft.com/office/drawing/2014/main" id="{E7931C65-4DB2-409D-956C-5259410D4DB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18056" y="286664"/>
              <a:ext cx="412394" cy="41239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</p:sp>
      </p:grpSp>
      <p:cxnSp>
        <p:nvCxnSpPr>
          <p:cNvPr id="591" name="flow-segment-2"/>
          <p:cNvCxnSpPr>
            <a:stCxn xmlns:a="http://schemas.openxmlformats.org/drawingml/2006/main" id="73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 flipV="1">
            <a:off x="1488644" y="492861"/>
            <a:ext cx="329412" cy="1"/>
          </a:xfrm>
          <a:prstGeom xmlns:a="http://schemas.openxmlformats.org/drawingml/2006/main" prst="straightConnector1">
            <a:avLst/>
          </a:prstGeom>
          <a:ln xmlns:a="http://schemas.openxmlformats.org/drawingml/2006/main" w="11316">
            <a:solidFill>
              <a:srgbClr val="64696E"/>
            </a:solidFill>
            <a:tailEnd type="triangle" w="med" len="med"/>
          </a:ln>
        </p:spPr>
      </p:cxnSp>
      <p:sp>
        <p:nvSpPr>
          <p:cNvPr id="100" name="spatial-label">
            <a:extLst xmlns:a="http://schemas.openxmlformats.org/drawingml/2006/main">
              <a:ext uri="{FF2B5EF4-FFF2-40B4-BE49-F238E27FC236}">
                <a16:creationId xmlns:a16="http://schemas.microsoft.com/office/drawing/2014/main" id="{A70772AF-15F3-411C-A237-15584D6A75C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54607" y="771982"/>
            <a:ext cx="814730" cy="113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Spatial features </a:t>
            </a:r>
            <a:r>
              <a:rPr sz="800" b="0" i="1">
                <a:solidFill>
                  <a:srgbClr val="20252A"/>
                </a:solidFill>
                <a:latin typeface="Cambria Math"/>
                <a:ea typeface="Arial"/>
                <a:cs typeface="Arial"/>
              </a:rPr>
              <a:t>C</a:t>
            </a:r>
          </a:p>
        </p:txBody>
      </p:sp>
      <p:sp>
        <p:nvSpPr>
          <p:cNvPr id="101" name="spatial-size">
            <a:extLst xmlns:a="http://schemas.openxmlformats.org/drawingml/2006/main">
              <a:ext uri="{FF2B5EF4-FFF2-40B4-BE49-F238E27FC236}">
                <a16:creationId xmlns:a16="http://schemas.microsoft.com/office/drawing/2014/main" id="{2019AC4B-6E40-494B-A122-10A0CE953B8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69694" y="885139"/>
            <a:ext cx="784555" cy="100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64696E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64696E"/>
                </a:solidFill>
                <a:latin typeface="Arial"/>
                <a:ea typeface="Arial"/>
                <a:cs typeface="Arial"/>
              </a:rPr>
              <a:t>1,024 × 32 × 32</a:t>
            </a:r>
          </a:p>
        </p:txBody>
      </p:sp>
      <p:sp>
        <p:nvSpPr>
          <p:cNvPr id="102" name="spatial-projection">
            <a:extLst xmlns:a="http://schemas.openxmlformats.org/drawingml/2006/main">
              <a:ext uri="{FF2B5EF4-FFF2-40B4-BE49-F238E27FC236}">
                <a16:creationId xmlns:a16="http://schemas.microsoft.com/office/drawing/2014/main" id="{7230FA2B-D559-45CA-AFCA-7BAB4AF4030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40330" y="404851"/>
            <a:ext cx="201168" cy="176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526">
            <a:solidFill>
              <a:srgbClr val="64696E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0252A"/>
                </a:solidFill>
                <a:latin typeface="Cambria Math"/>
                <a:ea typeface="Cambria Math"/>
                <a:cs typeface="Cambria Math"/>
              </a:defRPr>
            </a:pP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P</a:t>
            </a:r>
          </a:p>
        </p:txBody>
      </p:sp>
      <p:cxnSp>
        <p:nvCxnSpPr>
          <p:cNvPr id="595" name="flow-segment-3"/>
          <p:cNvCxnSpPr>
            <a:stCxn xmlns:a="http://schemas.openxmlformats.org/drawingml/2006/main" id="98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2230450" y="492861"/>
            <a:ext cx="409880" cy="1"/>
          </a:xfrm>
          <a:prstGeom xmlns:a="http://schemas.openxmlformats.org/drawingml/2006/main" prst="straightConnector1">
            <a:avLst/>
          </a:prstGeom>
          <a:ln xmlns:a="http://schemas.openxmlformats.org/drawingml/2006/main" w="11316">
            <a:solidFill>
              <a:srgbClr val="64696E"/>
            </a:solidFill>
            <a:tailEnd type="triangle" w="med" len="med"/>
          </a:ln>
        </p:spPr>
      </p:cxnSp>
      <p:sp>
        <p:nvSpPr>
          <p:cNvPr id="104" name="projection-label">
            <a:extLst xmlns:a="http://schemas.openxmlformats.org/drawingml/2006/main">
              <a:ext uri="{FF2B5EF4-FFF2-40B4-BE49-F238E27FC236}">
                <a16:creationId xmlns:a16="http://schemas.microsoft.com/office/drawing/2014/main" id="{A2A3E70D-FB53-4E26-83B7-8B9912218F0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29104" y="256489"/>
            <a:ext cx="653796" cy="108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 × 1 projection</a:t>
            </a:r>
          </a:p>
        </p:txBody>
      </p:sp>
      <p:grpSp>
        <p:nvGrpSpPr>
          <p:cNvPr id="976" name="Editable projected-Z"/>
          <p:cNvGrpSpPr/>
          <p:nvPr/>
        </p:nvGrpSpPr>
        <p:grpSpPr>
          <ns1:xfrm xmlns:ns1="http://schemas.openxmlformats.org/drawingml/2006/main">
            <ns1:off x="3336874" y="286664"/>
            <ns1:ext cx="412395" cy="412395"/>
            <ns1:chOff x="3336874" y="286664"/>
            <ns1:chExt cx="412395" cy="412395"/>
          </ns1:xfrm>
        </p:grpSpPr>
        <p:sp>
          <p:nvSpPr>
            <p:cNvPr id="105" name="projected-Z-sheet2">
              <a:extLst xmlns:a="http://schemas.openxmlformats.org/drawingml/2006/main">
                <a:ext uri="{FF2B5EF4-FFF2-40B4-BE49-F238E27FC236}">
                  <a16:creationId xmlns:a16="http://schemas.microsoft.com/office/drawing/2014/main" id="{FD349AF4-6878-41B6-AAFD-3083D0BDE65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97225" y="286664"/>
              <a:ext cx="352044" cy="3520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7F9FB"/>
            </a:solidFill>
            <a:ln xmlns:a="http://schemas.openxmlformats.org/drawingml/2006/main" w="4778">
              <a:solidFill>
                <a:srgbClr val="64696E"/>
              </a:solidFill>
            </a:ln>
          </p:spPr>
        </p:sp>
        <p:sp>
          <p:nvSpPr>
            <p:cNvPr id="106" name="projected-Z-sheet2-v1">
              <a:extLst xmlns:a="http://schemas.openxmlformats.org/drawingml/2006/main">
                <a:ext uri="{FF2B5EF4-FFF2-40B4-BE49-F238E27FC236}">
                  <a16:creationId xmlns:a16="http://schemas.microsoft.com/office/drawing/2014/main" id="{CD391333-4AC7-4648-865D-0BCCDC84188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85236" y="286664"/>
              <a:ext cx="2012" cy="3520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107" name="projected-Z-sheet2-h1">
              <a:extLst xmlns:a="http://schemas.openxmlformats.org/drawingml/2006/main">
                <a:ext uri="{FF2B5EF4-FFF2-40B4-BE49-F238E27FC236}">
                  <a16:creationId xmlns:a16="http://schemas.microsoft.com/office/drawing/2014/main" id="{7BFF87DF-C572-49F9-A50C-9B399ED182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97225" y="374675"/>
              <a:ext cx="352044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108" name="projected-Z-sheet2-v2">
              <a:extLst xmlns:a="http://schemas.openxmlformats.org/drawingml/2006/main">
                <a:ext uri="{FF2B5EF4-FFF2-40B4-BE49-F238E27FC236}">
                  <a16:creationId xmlns:a16="http://schemas.microsoft.com/office/drawing/2014/main" id="{1467EF3A-442C-4551-A7A4-3E47351D79F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73247" y="286664"/>
              <a:ext cx="2012" cy="3520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109" name="projected-Z-sheet2-h2">
              <a:extLst xmlns:a="http://schemas.openxmlformats.org/drawingml/2006/main">
                <a:ext uri="{FF2B5EF4-FFF2-40B4-BE49-F238E27FC236}">
                  <a16:creationId xmlns:a16="http://schemas.microsoft.com/office/drawing/2014/main" id="{5114BC23-FEB3-42AA-8F30-CDFE54A4E45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97225" y="462686"/>
              <a:ext cx="352044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110" name="projected-Z-sheet2-v3">
              <a:extLst xmlns:a="http://schemas.openxmlformats.org/drawingml/2006/main">
                <a:ext uri="{FF2B5EF4-FFF2-40B4-BE49-F238E27FC236}">
                  <a16:creationId xmlns:a16="http://schemas.microsoft.com/office/drawing/2014/main" id="{FCAC33CE-994A-4BD2-8991-E18B6A74F23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661258" y="286664"/>
              <a:ext cx="2012" cy="3520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111" name="projected-Z-sheet2-h3">
              <a:extLst xmlns:a="http://schemas.openxmlformats.org/drawingml/2006/main">
                <a:ext uri="{FF2B5EF4-FFF2-40B4-BE49-F238E27FC236}">
                  <a16:creationId xmlns:a16="http://schemas.microsoft.com/office/drawing/2014/main" id="{495AC9D9-9D6C-44A5-8F1C-55D73EE6C76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97225" y="550697"/>
              <a:ext cx="352044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112" name="projected-Z-sheet1">
              <a:extLst xmlns:a="http://schemas.openxmlformats.org/drawingml/2006/main">
                <a:ext uri="{FF2B5EF4-FFF2-40B4-BE49-F238E27FC236}">
                  <a16:creationId xmlns:a16="http://schemas.microsoft.com/office/drawing/2014/main" id="{3C4A9F92-C6BF-4852-8EE7-ED163F85D2D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67049" y="316840"/>
              <a:ext cx="352044" cy="3520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7F9FB"/>
            </a:solidFill>
            <a:ln xmlns:a="http://schemas.openxmlformats.org/drawingml/2006/main" w="4778">
              <a:solidFill>
                <a:srgbClr val="64696E"/>
              </a:solidFill>
            </a:ln>
          </p:spPr>
        </p:sp>
        <p:sp>
          <p:nvSpPr>
            <p:cNvPr id="113" name="projected-Z-sheet1-v1">
              <a:extLst xmlns:a="http://schemas.openxmlformats.org/drawingml/2006/main">
                <a:ext uri="{FF2B5EF4-FFF2-40B4-BE49-F238E27FC236}">
                  <a16:creationId xmlns:a16="http://schemas.microsoft.com/office/drawing/2014/main" id="{ABE948BD-316A-4F3B-A3F5-0BCEE502382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55060" y="316840"/>
              <a:ext cx="2012" cy="3520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114" name="projected-Z-sheet1-h1">
              <a:extLst xmlns:a="http://schemas.openxmlformats.org/drawingml/2006/main">
                <a:ext uri="{FF2B5EF4-FFF2-40B4-BE49-F238E27FC236}">
                  <a16:creationId xmlns:a16="http://schemas.microsoft.com/office/drawing/2014/main" id="{34FC44ED-AE43-4564-AAEB-BE9FACCF5C2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67049" y="404851"/>
              <a:ext cx="352044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115" name="projected-Z-sheet1-v2">
              <a:extLst xmlns:a="http://schemas.openxmlformats.org/drawingml/2006/main">
                <a:ext uri="{FF2B5EF4-FFF2-40B4-BE49-F238E27FC236}">
                  <a16:creationId xmlns:a16="http://schemas.microsoft.com/office/drawing/2014/main" id="{D9A92FF2-B289-43B4-A8E8-8E6E439C456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43071" y="316840"/>
              <a:ext cx="2012" cy="3520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116" name="projected-Z-sheet1-h2">
              <a:extLst xmlns:a="http://schemas.openxmlformats.org/drawingml/2006/main">
                <a:ext uri="{FF2B5EF4-FFF2-40B4-BE49-F238E27FC236}">
                  <a16:creationId xmlns:a16="http://schemas.microsoft.com/office/drawing/2014/main" id="{C638B1CE-618F-423E-ACA1-231363F32C6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67049" y="492862"/>
              <a:ext cx="352044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117" name="projected-Z-sheet1-v3">
              <a:extLst xmlns:a="http://schemas.openxmlformats.org/drawingml/2006/main">
                <a:ext uri="{FF2B5EF4-FFF2-40B4-BE49-F238E27FC236}">
                  <a16:creationId xmlns:a16="http://schemas.microsoft.com/office/drawing/2014/main" id="{136AC0AC-C958-47D9-A517-91377F8F100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631082" y="316840"/>
              <a:ext cx="2012" cy="3520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118" name="projected-Z-sheet1-h3">
              <a:extLst xmlns:a="http://schemas.openxmlformats.org/drawingml/2006/main">
                <a:ext uri="{FF2B5EF4-FFF2-40B4-BE49-F238E27FC236}">
                  <a16:creationId xmlns:a16="http://schemas.microsoft.com/office/drawing/2014/main" id="{1EE467EC-C715-4DD6-AB15-6AD0ABEB2B4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67049" y="580873"/>
              <a:ext cx="352044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119" name="projected-Z-sheet0">
              <a:extLst xmlns:a="http://schemas.openxmlformats.org/drawingml/2006/main">
                <a:ext uri="{FF2B5EF4-FFF2-40B4-BE49-F238E27FC236}">
                  <a16:creationId xmlns:a16="http://schemas.microsoft.com/office/drawing/2014/main" id="{9B666B39-F385-4E43-87AD-DF2D07A3841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36874" y="347015"/>
              <a:ext cx="352044" cy="3520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7EDF2"/>
            </a:solidFill>
            <a:ln xmlns:a="http://schemas.openxmlformats.org/drawingml/2006/main" w="4778">
              <a:solidFill>
                <a:srgbClr val="64696E"/>
              </a:solidFill>
            </a:ln>
          </p:spPr>
        </p:sp>
        <p:sp>
          <p:nvSpPr>
            <p:cNvPr id="120" name="projected-Z-sheet0-v1">
              <a:extLst xmlns:a="http://schemas.openxmlformats.org/drawingml/2006/main">
                <a:ext uri="{FF2B5EF4-FFF2-40B4-BE49-F238E27FC236}">
                  <a16:creationId xmlns:a16="http://schemas.microsoft.com/office/drawing/2014/main" id="{BCCAA8D4-4B8B-439A-AE9F-F9C62139090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24885" y="347015"/>
              <a:ext cx="2012" cy="3520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121" name="projected-Z-sheet0-h1">
              <a:extLst xmlns:a="http://schemas.openxmlformats.org/drawingml/2006/main">
                <a:ext uri="{FF2B5EF4-FFF2-40B4-BE49-F238E27FC236}">
                  <a16:creationId xmlns:a16="http://schemas.microsoft.com/office/drawing/2014/main" id="{508772A1-879A-4ADD-8F8A-A9E64D3E7C5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36874" y="435026"/>
              <a:ext cx="352044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122" name="projected-Z-sheet0-v2">
              <a:extLst xmlns:a="http://schemas.openxmlformats.org/drawingml/2006/main">
                <a:ext uri="{FF2B5EF4-FFF2-40B4-BE49-F238E27FC236}">
                  <a16:creationId xmlns:a16="http://schemas.microsoft.com/office/drawing/2014/main" id="{C9F9AFB9-F782-4CEF-B24B-27ED066F392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12896" y="347015"/>
              <a:ext cx="2012" cy="3520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123" name="projected-Z-sheet0-h2">
              <a:extLst xmlns:a="http://schemas.openxmlformats.org/drawingml/2006/main">
                <a:ext uri="{FF2B5EF4-FFF2-40B4-BE49-F238E27FC236}">
                  <a16:creationId xmlns:a16="http://schemas.microsoft.com/office/drawing/2014/main" id="{AC1F441D-1542-4720-9908-2616DF66423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36874" y="523037"/>
              <a:ext cx="352044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124" name="projected-Z-sheet0-v3">
              <a:extLst xmlns:a="http://schemas.openxmlformats.org/drawingml/2006/main">
                <a:ext uri="{FF2B5EF4-FFF2-40B4-BE49-F238E27FC236}">
                  <a16:creationId xmlns:a16="http://schemas.microsoft.com/office/drawing/2014/main" id="{7E696A5C-890E-46F5-B346-560FC38FF82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600907" y="347015"/>
              <a:ext cx="2012" cy="3520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125" name="projected-Z-sheet0-h3">
              <a:extLst xmlns:a="http://schemas.openxmlformats.org/drawingml/2006/main">
                <a:ext uri="{FF2B5EF4-FFF2-40B4-BE49-F238E27FC236}">
                  <a16:creationId xmlns:a16="http://schemas.microsoft.com/office/drawing/2014/main" id="{EA13099F-8A0B-4471-84EF-C551FACAF49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36874" y="611048"/>
              <a:ext cx="352044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126" name="projected-Z-bounds">
              <a:extLst xmlns:a="http://schemas.openxmlformats.org/drawingml/2006/main">
                <a:ext uri="{FF2B5EF4-FFF2-40B4-BE49-F238E27FC236}">
                  <a16:creationId xmlns:a16="http://schemas.microsoft.com/office/drawing/2014/main" id="{CC20FE34-D554-467F-8E17-7091A1DB844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36874" y="286664"/>
              <a:ext cx="412394" cy="41239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</p:sp>
      </p:grpSp>
      <p:cxnSp>
        <p:nvCxnSpPr>
          <p:cNvPr id="619" name="flow-segment-4"/>
          <p:cNvCxnSpPr>
            <a:stCxn xmlns:a="http://schemas.openxmlformats.org/drawingml/2006/main" id="102" idx="3"/>
            <a:endCxn xmlns:a="http://schemas.openxmlformats.org/drawingml/2006/main" id="126" idx="1"/>
          </p:cNvCxnSpPr>
          <p:nvPr/>
        </p:nvCxnSpPr>
        <p:spPr>
          <a:xfrm xmlns:a="http://schemas.openxmlformats.org/drawingml/2006/main" flipV="1">
            <a:off x="2841498" y="492861"/>
            <a:ext cx="495376" cy="1"/>
          </a:xfrm>
          <a:prstGeom xmlns:a="http://schemas.openxmlformats.org/drawingml/2006/main" prst="straightConnector1">
            <a:avLst/>
          </a:prstGeom>
          <a:ln xmlns:a="http://schemas.openxmlformats.org/drawingml/2006/main" w="11316">
            <a:solidFill>
              <a:srgbClr val="64696E"/>
            </a:solidFill>
            <a:tailEnd type="triangle" w="med" len="med"/>
          </a:ln>
        </p:spPr>
      </p:cxnSp>
      <p:sp>
        <p:nvSpPr>
          <p:cNvPr id="128" name="projected-label">
            <a:extLst xmlns:a="http://schemas.openxmlformats.org/drawingml/2006/main">
              <a:ext uri="{FF2B5EF4-FFF2-40B4-BE49-F238E27FC236}">
                <a16:creationId xmlns:a16="http://schemas.microsoft.com/office/drawing/2014/main" id="{DE27CC22-ABB5-4D24-8E76-FD4F876E4C5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68396" y="771982"/>
            <a:ext cx="839876" cy="113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Local features </a:t>
            </a:r>
            <a:r>
              <a:rPr sz="800" b="0" i="1">
                <a:solidFill>
                  <a:srgbClr val="20252A"/>
                </a:solidFill>
                <a:latin typeface="Cambria Math"/>
                <a:ea typeface="Arial"/>
                <a:cs typeface="Arial"/>
              </a:rPr>
              <a:t>Z</a:t>
            </a:r>
          </a:p>
        </p:txBody>
      </p:sp>
      <p:sp>
        <p:nvSpPr>
          <p:cNvPr id="129" name="projected-size">
            <a:extLst xmlns:a="http://schemas.openxmlformats.org/drawingml/2006/main">
              <a:ext uri="{FF2B5EF4-FFF2-40B4-BE49-F238E27FC236}">
                <a16:creationId xmlns:a16="http://schemas.microsoft.com/office/drawing/2014/main" id="{88EF5BBA-C879-4994-B75B-9A9453CA80B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68396" y="885139"/>
            <a:ext cx="839876" cy="100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64696E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64696E"/>
                </a:solidFill>
                <a:latin typeface="Arial"/>
                <a:ea typeface="Arial"/>
                <a:cs typeface="Arial"/>
              </a:rPr>
              <a:t>128 × 32 × 32</a:t>
            </a:r>
          </a:p>
        </p:txBody>
      </p:sp>
      <p:sp>
        <p:nvSpPr>
          <p:cNvPr id="130" name="training-supervision">
            <a:extLst xmlns:a="http://schemas.openxmlformats.org/drawingml/2006/main">
              <a:ext uri="{FF2B5EF4-FFF2-40B4-BE49-F238E27FC236}">
                <a16:creationId xmlns:a16="http://schemas.microsoft.com/office/drawing/2014/main" id="{16C21E64-2D88-4B59-BC0F-B2458307474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36517" y="284150"/>
            <a:ext cx="792099" cy="108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Training labels</a:t>
            </a:r>
          </a:p>
        </p:txBody>
      </p:sp>
      <p:sp>
        <p:nvSpPr>
          <p:cNvPr id="131" name="training-supervision-details">
            <a:extLst xmlns:a="http://schemas.openxmlformats.org/drawingml/2006/main">
              <a:ext uri="{FF2B5EF4-FFF2-40B4-BE49-F238E27FC236}">
                <a16:creationId xmlns:a16="http://schemas.microsoft.com/office/drawing/2014/main" id="{6AFC9C2E-C1BB-4BDC-8D1A-5884994FB65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36517" y="419938"/>
            <a:ext cx="829818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00" b="0">
                <a:solidFill>
                  <a:srgbClr val="64696E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64696E"/>
                </a:solidFill>
                <a:latin typeface="Arial"/>
                <a:ea typeface="Arial"/>
                <a:cs typeface="Arial"/>
              </a:rPr>
              <a:t>Score, view</a:t>
            </a:r>
          </a:p>
          <a:p xmlns:a="http://schemas.openxmlformats.org/drawingml/2006/main">
            <a:pPr algn="l">
              <a:defRPr sz="700" b="0">
                <a:solidFill>
                  <a:srgbClr val="64696E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64696E"/>
                </a:solidFill>
                <a:latin typeface="Arial"/>
                <a:ea typeface="Arial"/>
                <a:cs typeface="Arial"/>
              </a:rPr>
              <a:t>and weak boxes</a:t>
            </a:r>
          </a:p>
        </p:txBody>
      </p:sp>
      <p:grpSp>
        <p:nvGrpSpPr>
          <p:cNvPr id="977" name="Editable global-h"/>
          <p:cNvGrpSpPr/>
          <p:nvPr/>
        </p:nvGrpSpPr>
        <p:grpSpPr>
          <ns1:xfrm xmlns:ns1="http://schemas.openxmlformats.org/drawingml/2006/main">
            <ns1:off x="203683" y="1113968"/>
            <ns1:ext cx="301752" cy="85496"/>
            <ns1:chOff x="203683" y="1113968"/>
            <ns1:chExt cx="301752" cy="85496"/>
          </ns1:xfrm>
        </p:grpSpPr>
        <p:sp>
          <p:nvSpPr>
            <p:cNvPr id="132" name="global-h">
              <a:extLst xmlns:a="http://schemas.openxmlformats.org/drawingml/2006/main">
                <a:ext uri="{FF2B5EF4-FFF2-40B4-BE49-F238E27FC236}">
                  <a16:creationId xmlns:a16="http://schemas.microsoft.com/office/drawing/2014/main" id="{87AFD897-4CD0-40CB-9035-52851F78565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3683" y="1113968"/>
              <a:ext cx="301752" cy="8549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7EDF2"/>
            </a:solidFill>
            <a:ln xmlns:a="http://schemas.openxmlformats.org/drawingml/2006/main" w="4526">
              <a:solidFill>
                <a:srgbClr val="64696E"/>
              </a:solidFill>
            </a:ln>
          </p:spPr>
        </p:sp>
        <p:sp>
          <p:nvSpPr>
            <p:cNvPr id="133" name="global-h-cell1">
              <a:extLst xmlns:a="http://schemas.openxmlformats.org/drawingml/2006/main">
                <a:ext uri="{FF2B5EF4-FFF2-40B4-BE49-F238E27FC236}">
                  <a16:creationId xmlns:a16="http://schemas.microsoft.com/office/drawing/2014/main" id="{B4EF866A-B361-440F-B8DB-ECADC80D069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41402" y="1113968"/>
              <a:ext cx="2515" cy="8549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134" name="global-h-cell2">
              <a:extLst xmlns:a="http://schemas.openxmlformats.org/drawingml/2006/main">
                <a:ext uri="{FF2B5EF4-FFF2-40B4-BE49-F238E27FC236}">
                  <a16:creationId xmlns:a16="http://schemas.microsoft.com/office/drawing/2014/main" id="{80410F47-B341-4CD5-8C28-3A3AD8AB048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9121" y="1113968"/>
              <a:ext cx="2515" cy="8549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135" name="global-h-cell3">
              <a:extLst xmlns:a="http://schemas.openxmlformats.org/drawingml/2006/main">
                <a:ext uri="{FF2B5EF4-FFF2-40B4-BE49-F238E27FC236}">
                  <a16:creationId xmlns:a16="http://schemas.microsoft.com/office/drawing/2014/main" id="{494DCB9B-8D3C-4B0E-8B32-B9F7F5E3FF8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6840" y="1113968"/>
              <a:ext cx="2515" cy="8549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136" name="global-h-cell4">
              <a:extLst xmlns:a="http://schemas.openxmlformats.org/drawingml/2006/main">
                <a:ext uri="{FF2B5EF4-FFF2-40B4-BE49-F238E27FC236}">
                  <a16:creationId xmlns:a16="http://schemas.microsoft.com/office/drawing/2014/main" id="{EE64165A-7F61-49ED-9B06-7F5C37147DD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4559" y="1113968"/>
              <a:ext cx="2515" cy="8549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137" name="global-h-cell5">
              <a:extLst xmlns:a="http://schemas.openxmlformats.org/drawingml/2006/main">
                <a:ext uri="{FF2B5EF4-FFF2-40B4-BE49-F238E27FC236}">
                  <a16:creationId xmlns:a16="http://schemas.microsoft.com/office/drawing/2014/main" id="{BF752D5A-0B1B-48A3-AAD5-6A55E9D0821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2278" y="1113968"/>
              <a:ext cx="2515" cy="8549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138" name="global-h-cell6">
              <a:extLst xmlns:a="http://schemas.openxmlformats.org/drawingml/2006/main">
                <a:ext uri="{FF2B5EF4-FFF2-40B4-BE49-F238E27FC236}">
                  <a16:creationId xmlns:a16="http://schemas.microsoft.com/office/drawing/2014/main" id="{C969BEC9-B62C-4048-9760-8ABD3800F4D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9997" y="1113968"/>
              <a:ext cx="2515" cy="8549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139" name="global-h-cell7">
              <a:extLst xmlns:a="http://schemas.openxmlformats.org/drawingml/2006/main">
                <a:ext uri="{FF2B5EF4-FFF2-40B4-BE49-F238E27FC236}">
                  <a16:creationId xmlns:a16="http://schemas.microsoft.com/office/drawing/2014/main" id="{7E04A7CD-3D02-473B-92C4-0D11E4D8E2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7716" y="1113968"/>
              <a:ext cx="2515" cy="8549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</p:grpSp>
      <p:sp>
        <p:nvSpPr>
          <p:cNvPr id="140" name="anchor-5">
            <a:extLst xmlns:a="http://schemas.openxmlformats.org/drawingml/2006/main">
              <a:ext uri="{FF2B5EF4-FFF2-40B4-BE49-F238E27FC236}">
                <a16:creationId xmlns:a16="http://schemas.microsoft.com/office/drawing/2014/main" id="{6FF17D2F-52F1-4DC5-BCB6-005BB07A3BA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53698" y="701070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1" name="anchor-6">
            <a:extLst xmlns:a="http://schemas.openxmlformats.org/drawingml/2006/main">
              <a:ext uri="{FF2B5EF4-FFF2-40B4-BE49-F238E27FC236}">
                <a16:creationId xmlns:a16="http://schemas.microsoft.com/office/drawing/2014/main" id="{22E221DC-8A28-4131-9B46-6BFDFC49956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98783" y="701070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2" name="anchor-7">
            <a:extLst xmlns:a="http://schemas.openxmlformats.org/drawingml/2006/main">
              <a:ext uri="{FF2B5EF4-FFF2-40B4-BE49-F238E27FC236}">
                <a16:creationId xmlns:a16="http://schemas.microsoft.com/office/drawing/2014/main" id="{F7196F9F-CE19-42CB-9A00-A91443960C3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98783" y="1038027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3" name="anchor-8">
            <a:extLst xmlns:a="http://schemas.openxmlformats.org/drawingml/2006/main">
              <a:ext uri="{FF2B5EF4-FFF2-40B4-BE49-F238E27FC236}">
                <a16:creationId xmlns:a16="http://schemas.microsoft.com/office/drawing/2014/main" id="{6B97FD0C-00DD-434C-8CE7-0A951027772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4056" y="1038027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6" name="flow-segment-9"/>
          <p:cNvCxnSpPr>
            <a:stCxn xmlns:a="http://schemas.openxmlformats.org/drawingml/2006/main" id="73" idx="2"/>
            <a:endCxn xmlns:a="http://schemas.openxmlformats.org/drawingml/2006/main" id="140" idx="0"/>
          </p:cNvCxnSpPr>
          <p:nvPr/>
        </p:nvCxnSpPr>
        <p:spPr>
          <a:xfrm xmlns:a="http://schemas.openxmlformats.org/drawingml/2006/main" flipH="1">
            <a:off x="1154201" y="641223"/>
            <a:ext cx="1" cy="59847"/>
          </a:xfrm>
          <a:prstGeom xmlns:a="http://schemas.openxmlformats.org/drawingml/2006/main" prst="straightConnector1">
            <a:avLst/>
          </a:prstGeom>
          <a:ln xmlns:a="http://schemas.openxmlformats.org/drawingml/2006/main" w="6789">
            <a:solidFill>
              <a:srgbClr val="64696E"/>
            </a:solidFill>
            <a:tailEnd type="none" w="sm" len="sm"/>
          </a:ln>
        </p:spPr>
      </p:cxnSp>
      <p:cxnSp>
        <p:nvCxnSpPr>
          <p:cNvPr id="637" name="flow-segment-10"/>
          <p:cNvCxnSpPr>
            <a:stCxn xmlns:a="http://schemas.openxmlformats.org/drawingml/2006/main" id="140" idx="3"/>
            <a:endCxn xmlns:a="http://schemas.openxmlformats.org/drawingml/2006/main" id="141" idx="1"/>
          </p:cNvCxnSpPr>
          <p:nvPr/>
        </p:nvCxnSpPr>
        <p:spPr>
          <a:xfrm xmlns:a="http://schemas.openxmlformats.org/drawingml/2006/main">
            <a:off x="1154704" y="701573"/>
            <a:ext cx="444079" cy="0"/>
          </a:xfrm>
          <a:prstGeom xmlns:a="http://schemas.openxmlformats.org/drawingml/2006/main" prst="straightConnector1">
            <a:avLst/>
          </a:prstGeom>
          <a:ln xmlns:a="http://schemas.openxmlformats.org/drawingml/2006/main" w="6789">
            <a:solidFill>
              <a:srgbClr val="64696E"/>
            </a:solidFill>
            <a:tailEnd type="none" w="sm" len="sm"/>
          </a:ln>
        </p:spPr>
      </p:cxnSp>
      <p:cxnSp>
        <p:nvCxnSpPr>
          <p:cNvPr id="638" name="flow-segment-11"/>
          <p:cNvCxnSpPr>
            <a:stCxn xmlns:a="http://schemas.openxmlformats.org/drawingml/2006/main" id="141" idx="2"/>
            <a:endCxn xmlns:a="http://schemas.openxmlformats.org/drawingml/2006/main" id="142" idx="0"/>
          </p:cNvCxnSpPr>
          <p:nvPr/>
        </p:nvCxnSpPr>
        <p:spPr>
          <a:xfrm xmlns:a="http://schemas.openxmlformats.org/drawingml/2006/main">
            <a:off x="1599286" y="702076"/>
            <a:ext cx="0" cy="335951"/>
          </a:xfrm>
          <a:prstGeom xmlns:a="http://schemas.openxmlformats.org/drawingml/2006/main" prst="straightConnector1">
            <a:avLst/>
          </a:prstGeom>
          <a:ln xmlns:a="http://schemas.openxmlformats.org/drawingml/2006/main" w="6789">
            <a:solidFill>
              <a:srgbClr val="64696E"/>
            </a:solidFill>
            <a:tailEnd type="none" w="sm" len="sm"/>
          </a:ln>
        </p:spPr>
      </p:cxnSp>
      <p:cxnSp>
        <p:nvCxnSpPr>
          <p:cNvPr id="639" name="flow-segment-12"/>
          <p:cNvCxnSpPr>
            <a:stCxn xmlns:a="http://schemas.openxmlformats.org/drawingml/2006/main" id="142" idx="1"/>
            <a:endCxn xmlns:a="http://schemas.openxmlformats.org/drawingml/2006/main" id="143" idx="3"/>
          </p:cNvCxnSpPr>
          <p:nvPr/>
        </p:nvCxnSpPr>
        <p:spPr>
          <a:xfrm xmlns:a="http://schemas.openxmlformats.org/drawingml/2006/main" flipH="1">
            <a:off x="355062" y="1038530"/>
            <a:ext cx="1243721" cy="0"/>
          </a:xfrm>
          <a:prstGeom xmlns:a="http://schemas.openxmlformats.org/drawingml/2006/main" prst="straightConnector1">
            <a:avLst/>
          </a:prstGeom>
          <a:ln xmlns:a="http://schemas.openxmlformats.org/drawingml/2006/main" w="6789">
            <a:solidFill>
              <a:srgbClr val="64696E"/>
            </a:solidFill>
            <a:tailEnd type="none" w="sm" len="sm"/>
          </a:ln>
        </p:spPr>
      </p:cxnSp>
      <p:cxnSp>
        <p:nvCxnSpPr>
          <p:cNvPr id="640" name="flow-segment-13"/>
          <p:cNvCxnSpPr>
            <a:stCxn xmlns:a="http://schemas.openxmlformats.org/drawingml/2006/main" id="143" idx="2"/>
            <a:endCxn xmlns:a="http://schemas.openxmlformats.org/drawingml/2006/main" id="132" idx="0"/>
          </p:cNvCxnSpPr>
          <p:nvPr/>
        </p:nvCxnSpPr>
        <p:spPr>
          <a:xfrm xmlns:a="http://schemas.openxmlformats.org/drawingml/2006/main" flipH="1">
            <a:off x="354559" y="1039033"/>
            <a:ext cx="0" cy="74935"/>
          </a:xfrm>
          <a:prstGeom xmlns:a="http://schemas.openxmlformats.org/drawingml/2006/main" prst="straightConnector1">
            <a:avLst/>
          </a:prstGeom>
          <a:ln xmlns:a="http://schemas.openxmlformats.org/drawingml/2006/main" w="6789">
            <a:solidFill>
              <a:srgbClr val="64696E"/>
            </a:solidFill>
            <a:tailEnd type="triangle" w="sm" len="sm"/>
          </a:ln>
        </p:spPr>
      </p:cxnSp>
      <p:sp>
        <p:nvSpPr>
          <p:cNvPr id="149" name="h-label">
            <a:extLst xmlns:a="http://schemas.openxmlformats.org/drawingml/2006/main">
              <a:ext uri="{FF2B5EF4-FFF2-40B4-BE49-F238E27FC236}">
                <a16:creationId xmlns:a16="http://schemas.microsoft.com/office/drawing/2014/main" id="{A03C902D-09ED-447C-B022-DB435E08B88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0584" y="1247242"/>
            <a:ext cx="540639" cy="105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Global </a:t>
            </a:r>
            <a:r>
              <a:rPr sz="800" b="0" i="1">
                <a:solidFill>
                  <a:srgbClr val="20252A"/>
                </a:solidFill>
                <a:latin typeface="Cambria Math"/>
                <a:ea typeface="Arial"/>
                <a:cs typeface="Arial"/>
              </a:rPr>
              <a:t>h</a:t>
            </a:r>
          </a:p>
        </p:txBody>
      </p:sp>
      <p:sp>
        <p:nvSpPr>
          <p:cNvPr id="150" name="h-size">
            <a:extLst xmlns:a="http://schemas.openxmlformats.org/drawingml/2006/main">
              <a:ext uri="{FF2B5EF4-FFF2-40B4-BE49-F238E27FC236}">
                <a16:creationId xmlns:a16="http://schemas.microsoft.com/office/drawing/2014/main" id="{00039805-AA6D-4783-960E-C0E6E9EC08F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0584" y="1360399"/>
            <a:ext cx="540639" cy="100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64696E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64696E"/>
                </a:solidFill>
                <a:latin typeface="Arial"/>
                <a:ea typeface="Arial"/>
                <a:cs typeface="Arial"/>
              </a:rPr>
              <a:t>2,048</a:t>
            </a:r>
          </a:p>
        </p:txBody>
      </p:sp>
      <p:sp>
        <p:nvSpPr>
          <p:cNvPr id="151" name="context-head">
            <a:extLst xmlns:a="http://schemas.openxmlformats.org/drawingml/2006/main">
              <a:ext uri="{FF2B5EF4-FFF2-40B4-BE49-F238E27FC236}">
                <a16:creationId xmlns:a16="http://schemas.microsoft.com/office/drawing/2014/main" id="{AD31A727-F098-4B34-970C-7CBA26DE262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49351" y="1083793"/>
            <a:ext cx="289179" cy="1458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526">
            <a:solidFill>
              <a:srgbClr val="64696E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0252A"/>
                </a:solidFill>
                <a:latin typeface="Cambria Math"/>
                <a:ea typeface="Cambria Math"/>
                <a:cs typeface="Cambria Math"/>
              </a:defRPr>
            </a:pP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H</a:t>
            </a:r>
            <a:r>
              <a:rPr sz="612" b="0" baseline="-25000" i="0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c</a:t>
            </a:r>
          </a:p>
        </p:txBody>
      </p:sp>
      <p:sp>
        <p:nvSpPr>
          <p:cNvPr id="152" name="view-head">
            <a:extLst xmlns:a="http://schemas.openxmlformats.org/drawingml/2006/main">
              <a:ext uri="{FF2B5EF4-FFF2-40B4-BE49-F238E27FC236}">
                <a16:creationId xmlns:a16="http://schemas.microsoft.com/office/drawing/2014/main" id="{69287F7A-AAEA-473C-8CEA-37D6D8B50D2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49351" y="1355369"/>
            <a:ext cx="289179" cy="1458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526">
            <a:solidFill>
              <a:srgbClr val="64696E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0252A"/>
                </a:solidFill>
                <a:latin typeface="Cambria Math"/>
                <a:ea typeface="Cambria Math"/>
                <a:cs typeface="Cambria Math"/>
              </a:defRPr>
            </a:pP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H</a:t>
            </a:r>
            <a:r>
              <a:rPr sz="612" b="0" baseline="-25000" i="0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v</a:t>
            </a:r>
          </a:p>
        </p:txBody>
      </p:sp>
      <p:cxnSp>
        <p:nvCxnSpPr>
          <p:cNvPr id="645" name="flow-segment-14"/>
          <p:cNvCxnSpPr>
            <a:stCxn xmlns:a="http://schemas.openxmlformats.org/drawingml/2006/main" id="132" idx="3"/>
            <a:endCxn xmlns:a="http://schemas.openxmlformats.org/drawingml/2006/main" id="151" idx="1"/>
          </p:cNvCxnSpPr>
          <p:nvPr/>
        </p:nvCxnSpPr>
        <p:spPr>
          <a:xfrm xmlns:a="http://schemas.openxmlformats.org/drawingml/2006/main">
            <a:off x="505435" y="1156716"/>
            <a:ext cx="243916" cy="1"/>
          </a:xfrm>
          <a:prstGeom xmlns:a="http://schemas.openxmlformats.org/drawingml/2006/main" prst="straightConnector1">
            <a:avLst/>
          </a:prstGeom>
          <a:ln xmlns:a="http://schemas.openxmlformats.org/drawingml/2006/main" w="7544">
            <a:solidFill>
              <a:srgbClr val="64696E"/>
            </a:solidFill>
            <a:tailEnd type="triangle" w="sm" len="sm"/>
          </a:ln>
        </p:spPr>
      </p:cxnSp>
      <p:sp>
        <p:nvSpPr>
          <p:cNvPr id="154" name="anchor-15">
            <a:extLst xmlns:a="http://schemas.openxmlformats.org/drawingml/2006/main">
              <a:ext uri="{FF2B5EF4-FFF2-40B4-BE49-F238E27FC236}">
                <a16:creationId xmlns:a16="http://schemas.microsoft.com/office/drawing/2014/main" id="{97E926A6-5F62-4046-8D8B-7B84A020292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5691" y="1156213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anchor-16">
            <a:extLst xmlns:a="http://schemas.openxmlformats.org/drawingml/2006/main">
              <a:ext uri="{FF2B5EF4-FFF2-40B4-BE49-F238E27FC236}">
                <a16:creationId xmlns:a16="http://schemas.microsoft.com/office/drawing/2014/main" id="{F023F62D-3B5A-4932-943B-F12324E0E96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5691" y="1427790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8" name="flow-segment-17"/>
          <p:cNvCxnSpPr>
            <a:stCxn xmlns:a="http://schemas.openxmlformats.org/drawingml/2006/main" id="132" idx="3"/>
            <a:endCxn xmlns:a="http://schemas.openxmlformats.org/drawingml/2006/main" id="154" idx="1"/>
          </p:cNvCxnSpPr>
          <p:nvPr/>
        </p:nvCxnSpPr>
        <p:spPr>
          <a:xfrm xmlns:a="http://schemas.openxmlformats.org/drawingml/2006/main">
            <a:off x="505435" y="1156716"/>
            <a:ext cx="130256" cy="0"/>
          </a:xfrm>
          <a:prstGeom xmlns:a="http://schemas.openxmlformats.org/drawingml/2006/main" prst="straightConnector1">
            <a:avLst/>
          </a:prstGeom>
          <a:ln xmlns:a="http://schemas.openxmlformats.org/drawingml/2006/main" w="6789">
            <a:solidFill>
              <a:srgbClr val="64696E"/>
            </a:solidFill>
            <a:tailEnd type="none" w="sm" len="sm"/>
          </a:ln>
        </p:spPr>
      </p:cxnSp>
      <p:cxnSp>
        <p:nvCxnSpPr>
          <p:cNvPr id="649" name="flow-segment-18"/>
          <p:cNvCxnSpPr>
            <a:stCxn xmlns:a="http://schemas.openxmlformats.org/drawingml/2006/main" id="154" idx="2"/>
            <a:endCxn xmlns:a="http://schemas.openxmlformats.org/drawingml/2006/main" id="155" idx="0"/>
          </p:cNvCxnSpPr>
          <p:nvPr/>
        </p:nvCxnSpPr>
        <p:spPr>
          <a:xfrm xmlns:a="http://schemas.openxmlformats.org/drawingml/2006/main">
            <a:off x="636194" y="1157219"/>
            <a:ext cx="0" cy="270571"/>
          </a:xfrm>
          <a:prstGeom xmlns:a="http://schemas.openxmlformats.org/drawingml/2006/main" prst="straightConnector1">
            <a:avLst/>
          </a:prstGeom>
          <a:ln xmlns:a="http://schemas.openxmlformats.org/drawingml/2006/main" w="6789">
            <a:solidFill>
              <a:srgbClr val="64696E"/>
            </a:solidFill>
            <a:tailEnd type="none" w="sm" len="sm"/>
          </a:ln>
        </p:spPr>
      </p:cxnSp>
      <p:cxnSp>
        <p:nvCxnSpPr>
          <p:cNvPr id="650" name="flow-segment-19"/>
          <p:cNvCxnSpPr>
            <a:stCxn xmlns:a="http://schemas.openxmlformats.org/drawingml/2006/main" id="155" idx="3"/>
            <a:endCxn xmlns:a="http://schemas.openxmlformats.org/drawingml/2006/main" id="152" idx="1"/>
          </p:cNvCxnSpPr>
          <p:nvPr/>
        </p:nvCxnSpPr>
        <p:spPr>
          <a:xfrm xmlns:a="http://schemas.openxmlformats.org/drawingml/2006/main" flipV="1">
            <a:off x="636697" y="1428293"/>
            <a:ext cx="112654" cy="0"/>
          </a:xfrm>
          <a:prstGeom xmlns:a="http://schemas.openxmlformats.org/drawingml/2006/main" prst="straightConnector1">
            <a:avLst/>
          </a:prstGeom>
          <a:ln xmlns:a="http://schemas.openxmlformats.org/drawingml/2006/main" w="6789">
            <a:solidFill>
              <a:srgbClr val="64696E"/>
            </a:solidFill>
            <a:tailEnd type="triangle" w="sm" len="sm"/>
          </a:ln>
        </p:spPr>
      </p:cxnSp>
      <p:grpSp>
        <p:nvGrpSpPr>
          <p:cNvPr id="978" name="Editable context-b"/>
          <p:cNvGrpSpPr/>
          <p:nvPr/>
        </p:nvGrpSpPr>
        <p:grpSpPr>
          <ns1:xfrm xmlns:ns1="http://schemas.openxmlformats.org/drawingml/2006/main">
            <ns1:off x="1252271" y="1113968"/>
            <ns1:ext cx="191110" cy="85496"/>
            <ns1:chOff x="1252271" y="1113968"/>
            <ns1:chExt cx="191110" cy="85496"/>
          </ns1:xfrm>
        </p:grpSpPr>
        <p:sp>
          <p:nvSpPr>
            <p:cNvPr id="159" name="context-b">
              <a:extLst xmlns:a="http://schemas.openxmlformats.org/drawingml/2006/main">
                <a:ext uri="{FF2B5EF4-FFF2-40B4-BE49-F238E27FC236}">
                  <a16:creationId xmlns:a16="http://schemas.microsoft.com/office/drawing/2014/main" id="{F39EBBF9-5E29-4F39-B987-8AC30DDBC5E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52271" y="1113968"/>
              <a:ext cx="191110" cy="8549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7EDF2"/>
            </a:solidFill>
            <a:ln xmlns:a="http://schemas.openxmlformats.org/drawingml/2006/main" w="4526">
              <a:solidFill>
                <a:srgbClr val="64696E"/>
              </a:solidFill>
            </a:ln>
          </p:spPr>
        </p:sp>
        <p:sp>
          <p:nvSpPr>
            <p:cNvPr id="160" name="context-b-cell1">
              <a:extLst xmlns:a="http://schemas.openxmlformats.org/drawingml/2006/main">
                <a:ext uri="{FF2B5EF4-FFF2-40B4-BE49-F238E27FC236}">
                  <a16:creationId xmlns:a16="http://schemas.microsoft.com/office/drawing/2014/main" id="{D130E4FB-3BEE-47E0-A87C-11F9FBC482C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84122" y="1113968"/>
              <a:ext cx="2515" cy="8549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161" name="context-b-cell2">
              <a:extLst xmlns:a="http://schemas.openxmlformats.org/drawingml/2006/main">
                <a:ext uri="{FF2B5EF4-FFF2-40B4-BE49-F238E27FC236}">
                  <a16:creationId xmlns:a16="http://schemas.microsoft.com/office/drawing/2014/main" id="{4C63A513-6988-43DB-9AD9-EB390E63A3C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5974" y="1113968"/>
              <a:ext cx="2515" cy="8549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162" name="context-b-cell3">
              <a:extLst xmlns:a="http://schemas.openxmlformats.org/drawingml/2006/main">
                <a:ext uri="{FF2B5EF4-FFF2-40B4-BE49-F238E27FC236}">
                  <a16:creationId xmlns:a16="http://schemas.microsoft.com/office/drawing/2014/main" id="{DF15BAD6-20F9-494E-9606-03674483BCE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47826" y="1113968"/>
              <a:ext cx="2515" cy="8549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163" name="context-b-cell4">
              <a:extLst xmlns:a="http://schemas.openxmlformats.org/drawingml/2006/main">
                <a:ext uri="{FF2B5EF4-FFF2-40B4-BE49-F238E27FC236}">
                  <a16:creationId xmlns:a16="http://schemas.microsoft.com/office/drawing/2014/main" id="{A34202A8-58E0-4A5E-A013-070B40C0D64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79677" y="1113968"/>
              <a:ext cx="2515" cy="8549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164" name="context-b-cell5">
              <a:extLst xmlns:a="http://schemas.openxmlformats.org/drawingml/2006/main">
                <a:ext uri="{FF2B5EF4-FFF2-40B4-BE49-F238E27FC236}">
                  <a16:creationId xmlns:a16="http://schemas.microsoft.com/office/drawing/2014/main" id="{A832E83C-026F-4014-9EAF-48FB27CB5B9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11529" y="1113968"/>
              <a:ext cx="2515" cy="8549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</p:grpSp>
      <p:grpSp>
        <p:nvGrpSpPr>
          <p:cNvPr id="979" name="Editable view-q"/>
          <p:cNvGrpSpPr/>
          <p:nvPr/>
        </p:nvGrpSpPr>
        <p:grpSpPr>
          <ns1:xfrm xmlns:ns1="http://schemas.openxmlformats.org/drawingml/2006/main">
            <ns1:off x="1252271" y="1385545"/>
            <ns1:ext cx="191110" cy="85496"/>
            <ns1:chOff x="1252271" y="1385545"/>
            <ns1:chExt cx="191110" cy="85496"/>
          </ns1:xfrm>
        </p:grpSpPr>
        <p:sp>
          <p:nvSpPr>
            <p:cNvPr id="165" name="view-q">
              <a:extLst xmlns:a="http://schemas.openxmlformats.org/drawingml/2006/main">
                <a:ext uri="{FF2B5EF4-FFF2-40B4-BE49-F238E27FC236}">
                  <a16:creationId xmlns:a16="http://schemas.microsoft.com/office/drawing/2014/main" id="{AF26AF40-2546-482E-9B8C-3F24D9B3EB8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52271" y="1385545"/>
              <a:ext cx="191110" cy="8549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7EDF2"/>
            </a:solidFill>
            <a:ln xmlns:a="http://schemas.openxmlformats.org/drawingml/2006/main" w="4526">
              <a:solidFill>
                <a:srgbClr val="64696E"/>
              </a:solidFill>
            </a:ln>
          </p:spPr>
        </p:sp>
        <p:sp>
          <p:nvSpPr>
            <p:cNvPr id="166" name="view-q-cell1">
              <a:extLst xmlns:a="http://schemas.openxmlformats.org/drawingml/2006/main">
                <a:ext uri="{FF2B5EF4-FFF2-40B4-BE49-F238E27FC236}">
                  <a16:creationId xmlns:a16="http://schemas.microsoft.com/office/drawing/2014/main" id="{16820D51-804E-425E-A146-A6334766209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84122" y="1385545"/>
              <a:ext cx="2515" cy="8549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167" name="view-q-cell2">
              <a:extLst xmlns:a="http://schemas.openxmlformats.org/drawingml/2006/main">
                <a:ext uri="{FF2B5EF4-FFF2-40B4-BE49-F238E27FC236}">
                  <a16:creationId xmlns:a16="http://schemas.microsoft.com/office/drawing/2014/main" id="{423F9A68-AA68-44C7-A5A9-B44E2040947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5974" y="1385545"/>
              <a:ext cx="2515" cy="8549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168" name="view-q-cell3">
              <a:extLst xmlns:a="http://schemas.openxmlformats.org/drawingml/2006/main">
                <a:ext uri="{FF2B5EF4-FFF2-40B4-BE49-F238E27FC236}">
                  <a16:creationId xmlns:a16="http://schemas.microsoft.com/office/drawing/2014/main" id="{86D7FC3F-AB46-4847-9961-BD9CAF2B4F9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47826" y="1385545"/>
              <a:ext cx="2515" cy="8549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169" name="view-q-cell4">
              <a:extLst xmlns:a="http://schemas.openxmlformats.org/drawingml/2006/main">
                <a:ext uri="{FF2B5EF4-FFF2-40B4-BE49-F238E27FC236}">
                  <a16:creationId xmlns:a16="http://schemas.microsoft.com/office/drawing/2014/main" id="{BD07BE52-7503-4085-A6B4-4F0700EA356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79677" y="1385545"/>
              <a:ext cx="2515" cy="8549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170" name="view-q-cell5">
              <a:extLst xmlns:a="http://schemas.openxmlformats.org/drawingml/2006/main">
                <a:ext uri="{FF2B5EF4-FFF2-40B4-BE49-F238E27FC236}">
                  <a16:creationId xmlns:a16="http://schemas.microsoft.com/office/drawing/2014/main" id="{7B180D24-A859-42D0-B43D-B2B97A5C0AA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11529" y="1385545"/>
              <a:ext cx="2515" cy="8549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</p:grpSp>
      <p:cxnSp>
        <p:nvCxnSpPr>
          <p:cNvPr id="663" name="flow-segment-20"/>
          <p:cNvCxnSpPr>
            <a:stCxn xmlns:a="http://schemas.openxmlformats.org/drawingml/2006/main" id="151" idx="3"/>
            <a:endCxn xmlns:a="http://schemas.openxmlformats.org/drawingml/2006/main" id="159" idx="1"/>
          </p:cNvCxnSpPr>
          <p:nvPr/>
        </p:nvCxnSpPr>
        <p:spPr>
          <a:xfrm xmlns:a="http://schemas.openxmlformats.org/drawingml/2006/main" flipV="1">
            <a:off x="1038530" y="1156716"/>
            <a:ext cx="213741" cy="1"/>
          </a:xfrm>
          <a:prstGeom xmlns:a="http://schemas.openxmlformats.org/drawingml/2006/main" prst="straightConnector1">
            <a:avLst/>
          </a:prstGeom>
          <a:ln xmlns:a="http://schemas.openxmlformats.org/drawingml/2006/main" w="7544">
            <a:solidFill>
              <a:srgbClr val="64696E"/>
            </a:solidFill>
            <a:tailEnd type="triangle" w="sm" len="sm"/>
          </a:ln>
        </p:spPr>
      </p:cxnSp>
      <p:cxnSp>
        <p:nvCxnSpPr>
          <p:cNvPr id="664" name="flow-segment-21"/>
          <p:cNvCxnSpPr>
            <a:stCxn xmlns:a="http://schemas.openxmlformats.org/drawingml/2006/main" id="152" idx="3"/>
            <a:endCxn xmlns:a="http://schemas.openxmlformats.org/drawingml/2006/main" id="165" idx="1"/>
          </p:cNvCxnSpPr>
          <p:nvPr/>
        </p:nvCxnSpPr>
        <p:spPr>
          <a:xfrm xmlns:a="http://schemas.openxmlformats.org/drawingml/2006/main">
            <a:off x="1038530" y="1428293"/>
            <a:ext cx="213741" cy="0"/>
          </a:xfrm>
          <a:prstGeom xmlns:a="http://schemas.openxmlformats.org/drawingml/2006/main" prst="straightConnector1">
            <a:avLst/>
          </a:prstGeom>
          <a:ln xmlns:a="http://schemas.openxmlformats.org/drawingml/2006/main" w="7544">
            <a:solidFill>
              <a:srgbClr val="64696E"/>
            </a:solidFill>
            <a:tailEnd type="triangle" w="sm" len="sm"/>
          </a:ln>
        </p:spPr>
      </p:cxnSp>
      <p:sp>
        <p:nvSpPr>
          <p:cNvPr id="173" name="context-label">
            <a:extLst xmlns:a="http://schemas.openxmlformats.org/drawingml/2006/main">
              <a:ext uri="{FF2B5EF4-FFF2-40B4-BE49-F238E27FC236}">
                <a16:creationId xmlns:a16="http://schemas.microsoft.com/office/drawing/2014/main" id="{3F699674-0162-43C7-9020-9B45D097ECD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08760" y="1101395"/>
            <a:ext cx="533095" cy="110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Context </a:t>
            </a:r>
            <a:r>
              <a:rPr sz="800" b="0" i="1">
                <a:solidFill>
                  <a:srgbClr val="20252A"/>
                </a:solidFill>
                <a:latin typeface="Cambria Math"/>
                <a:ea typeface="Arial"/>
                <a:cs typeface="Arial"/>
              </a:rPr>
              <a:t>b</a:t>
            </a:r>
          </a:p>
        </p:txBody>
      </p:sp>
      <p:sp>
        <p:nvSpPr>
          <p:cNvPr id="174" name="view-label">
            <a:extLst xmlns:a="http://schemas.openxmlformats.org/drawingml/2006/main">
              <a:ext uri="{FF2B5EF4-FFF2-40B4-BE49-F238E27FC236}">
                <a16:creationId xmlns:a16="http://schemas.microsoft.com/office/drawing/2014/main" id="{7DB0099B-5CBB-4270-A6CF-8294241F16A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08760" y="1375486"/>
            <a:ext cx="533095" cy="110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View </a:t>
            </a:r>
            <a:r>
              <a:rPr sz="800" b="0" i="1">
                <a:solidFill>
                  <a:srgbClr val="20252A"/>
                </a:solidFill>
                <a:latin typeface="Cambria Math"/>
                <a:ea typeface="Arial"/>
                <a:cs typeface="Arial"/>
              </a:rPr>
              <a:t>q</a:t>
            </a:r>
          </a:p>
        </p:txBody>
      </p:sp>
      <p:sp>
        <p:nvSpPr>
          <p:cNvPr id="175" name="view-softmax">
            <a:extLst xmlns:a="http://schemas.openxmlformats.org/drawingml/2006/main">
              <a:ext uri="{FF2B5EF4-FFF2-40B4-BE49-F238E27FC236}">
                <a16:creationId xmlns:a16="http://schemas.microsoft.com/office/drawing/2014/main" id="{04F811B7-6AEB-44B3-8244-3FDC7672EFA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01573" y="1508760"/>
            <a:ext cx="389763" cy="95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64696E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64696E"/>
                </a:solidFill>
                <a:latin typeface="Arial"/>
                <a:ea typeface="Arial"/>
                <a:cs typeface="Arial"/>
              </a:rPr>
              <a:t>softmax</a:t>
            </a:r>
          </a:p>
        </p:txBody>
      </p:sp>
      <p:sp>
        <p:nvSpPr>
          <p:cNvPr id="176" name="localization-head">
            <a:extLst xmlns:a="http://schemas.openxmlformats.org/drawingml/2006/main">
              <a:ext uri="{FF2B5EF4-FFF2-40B4-BE49-F238E27FC236}">
                <a16:creationId xmlns:a16="http://schemas.microsoft.com/office/drawing/2014/main" id="{CB2A10AE-3DB7-4BC0-8213-7420469078F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68169" y="1063676"/>
            <a:ext cx="751865" cy="163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526">
            <a:solidFill>
              <a:srgbClr val="64696E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0252A"/>
                </a:solidFill>
                <a:latin typeface="Cambria Math"/>
                <a:ea typeface="Cambria Math"/>
                <a:cs typeface="Cambria Math"/>
              </a:defRPr>
            </a:pP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sz="850" b="0" i="0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 = σ(</a:t>
            </a: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850" b="0" i="0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(</a:t>
            </a: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C</a:t>
            </a:r>
            <a:r>
              <a:rPr sz="850" b="0" i="0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))</a:t>
            </a:r>
          </a:p>
        </p:txBody>
      </p:sp>
      <p:sp>
        <p:nvSpPr>
          <p:cNvPr id="177" name="support-head">
            <a:extLst xmlns:a="http://schemas.openxmlformats.org/drawingml/2006/main">
              <a:ext uri="{FF2B5EF4-FFF2-40B4-BE49-F238E27FC236}">
                <a16:creationId xmlns:a16="http://schemas.microsoft.com/office/drawing/2014/main" id="{10498500-4BB3-4E2C-AE5B-3C729758ECF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729152" y="1063676"/>
            <a:ext cx="1181862" cy="163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526">
            <a:solidFill>
              <a:srgbClr val="64696E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0252A"/>
                </a:solidFill>
                <a:latin typeface="Cambria Math"/>
                <a:ea typeface="Cambria Math"/>
                <a:cs typeface="Cambria Math"/>
              </a:defRPr>
            </a:pP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850" b="0" i="0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 = softplus(</a:t>
            </a: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S</a:t>
            </a:r>
            <a:r>
              <a:rPr sz="850" b="0" i="0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(</a:t>
            </a: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850" b="0" i="0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))</a:t>
            </a:r>
          </a:p>
        </p:txBody>
      </p:sp>
      <p:sp>
        <p:nvSpPr>
          <p:cNvPr id="178" name="anchor-22">
            <a:extLst xmlns:a="http://schemas.openxmlformats.org/drawingml/2006/main">
              <a:ext uri="{FF2B5EF4-FFF2-40B4-BE49-F238E27FC236}">
                <a16:creationId xmlns:a16="http://schemas.microsoft.com/office/drawing/2014/main" id="{491B0B9C-B2E9-455B-AB48-785C1E689A3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23750" y="718673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9" name="anchor-23">
            <a:extLst xmlns:a="http://schemas.openxmlformats.org/drawingml/2006/main">
              <a:ext uri="{FF2B5EF4-FFF2-40B4-BE49-F238E27FC236}">
                <a16:creationId xmlns:a16="http://schemas.microsoft.com/office/drawing/2014/main" id="{D4F2BD8F-F985-4983-BF9A-53CC67B7959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22630" y="718673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0" name="anchor-24">
            <a:extLst xmlns:a="http://schemas.openxmlformats.org/drawingml/2006/main">
              <a:ext uri="{FF2B5EF4-FFF2-40B4-BE49-F238E27FC236}">
                <a16:creationId xmlns:a16="http://schemas.microsoft.com/office/drawing/2014/main" id="{54281830-6832-4DB1-BE3B-E00A287A5FF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22630" y="1020425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1" name="anchor-25">
            <a:extLst xmlns:a="http://schemas.openxmlformats.org/drawingml/2006/main">
              <a:ext uri="{FF2B5EF4-FFF2-40B4-BE49-F238E27FC236}">
                <a16:creationId xmlns:a16="http://schemas.microsoft.com/office/drawing/2014/main" id="{5ECEC989-501C-4670-B8B7-D5FBC1143CE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43599" y="1020425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4" name="flow-segment-26"/>
          <p:cNvCxnSpPr>
            <a:stCxn xmlns:a="http://schemas.openxmlformats.org/drawingml/2006/main" id="98" idx="2"/>
            <a:endCxn xmlns:a="http://schemas.openxmlformats.org/drawingml/2006/main" id="178" idx="0"/>
          </p:cNvCxnSpPr>
          <p:nvPr/>
        </p:nvCxnSpPr>
        <p:spPr>
          <a:xfrm xmlns:a="http://schemas.openxmlformats.org/drawingml/2006/main">
            <a:off x="2024253" y="699058"/>
            <a:ext cx="0" cy="19615"/>
          </a:xfrm>
          <a:prstGeom xmlns:a="http://schemas.openxmlformats.org/drawingml/2006/main" prst="straightConnector1">
            <a:avLst/>
          </a:prstGeom>
          <a:ln xmlns:a="http://schemas.openxmlformats.org/drawingml/2006/main" w="6789">
            <a:solidFill>
              <a:srgbClr val="64696E"/>
            </a:solidFill>
            <a:tailEnd type="none" w="sm" len="sm"/>
          </a:ln>
        </p:spPr>
      </p:cxnSp>
      <p:cxnSp>
        <p:nvCxnSpPr>
          <p:cNvPr id="675" name="flow-segment-27"/>
          <p:cNvCxnSpPr>
            <a:stCxn xmlns:a="http://schemas.openxmlformats.org/drawingml/2006/main" id="178" idx="3"/>
            <a:endCxn xmlns:a="http://schemas.openxmlformats.org/drawingml/2006/main" id="179" idx="1"/>
          </p:cNvCxnSpPr>
          <p:nvPr/>
        </p:nvCxnSpPr>
        <p:spPr>
          <a:xfrm xmlns:a="http://schemas.openxmlformats.org/drawingml/2006/main">
            <a:off x="2024756" y="719176"/>
            <a:ext cx="1097874" cy="0"/>
          </a:xfrm>
          <a:prstGeom xmlns:a="http://schemas.openxmlformats.org/drawingml/2006/main" prst="straightConnector1">
            <a:avLst/>
          </a:prstGeom>
          <a:ln xmlns:a="http://schemas.openxmlformats.org/drawingml/2006/main" w="6789">
            <a:solidFill>
              <a:srgbClr val="64696E"/>
            </a:solidFill>
            <a:tailEnd type="none" w="sm" len="sm"/>
          </a:ln>
        </p:spPr>
      </p:cxnSp>
      <p:cxnSp>
        <p:nvCxnSpPr>
          <p:cNvPr id="676" name="flow-segment-28"/>
          <p:cNvCxnSpPr>
            <a:stCxn xmlns:a="http://schemas.openxmlformats.org/drawingml/2006/main" id="179" idx="2"/>
            <a:endCxn xmlns:a="http://schemas.openxmlformats.org/drawingml/2006/main" id="180" idx="0"/>
          </p:cNvCxnSpPr>
          <p:nvPr/>
        </p:nvCxnSpPr>
        <p:spPr>
          <a:xfrm xmlns:a="http://schemas.openxmlformats.org/drawingml/2006/main">
            <a:off x="3123133" y="719679"/>
            <a:ext cx="0" cy="300746"/>
          </a:xfrm>
          <a:prstGeom xmlns:a="http://schemas.openxmlformats.org/drawingml/2006/main" prst="straightConnector1">
            <a:avLst/>
          </a:prstGeom>
          <a:ln xmlns:a="http://schemas.openxmlformats.org/drawingml/2006/main" w="6789">
            <a:solidFill>
              <a:srgbClr val="64696E"/>
            </a:solidFill>
            <a:tailEnd type="none" w="sm" len="sm"/>
          </a:ln>
        </p:spPr>
      </p:cxnSp>
      <p:cxnSp>
        <p:nvCxnSpPr>
          <p:cNvPr id="677" name="flow-segment-29"/>
          <p:cNvCxnSpPr>
            <a:stCxn xmlns:a="http://schemas.openxmlformats.org/drawingml/2006/main" id="180" idx="1"/>
            <a:endCxn xmlns:a="http://schemas.openxmlformats.org/drawingml/2006/main" id="181" idx="3"/>
          </p:cNvCxnSpPr>
          <p:nvPr/>
        </p:nvCxnSpPr>
        <p:spPr>
          <a:xfrm xmlns:a="http://schemas.openxmlformats.org/drawingml/2006/main" flipH="1">
            <a:off x="2644605" y="1020928"/>
            <a:ext cx="478025" cy="0"/>
          </a:xfrm>
          <a:prstGeom xmlns:a="http://schemas.openxmlformats.org/drawingml/2006/main" prst="straightConnector1">
            <a:avLst/>
          </a:prstGeom>
          <a:ln xmlns:a="http://schemas.openxmlformats.org/drawingml/2006/main" w="6789">
            <a:solidFill>
              <a:srgbClr val="64696E"/>
            </a:solidFill>
            <a:tailEnd type="none" w="sm" len="sm"/>
          </a:ln>
        </p:spPr>
      </p:cxnSp>
      <p:cxnSp>
        <p:nvCxnSpPr>
          <p:cNvPr id="678" name="flow-segment-30"/>
          <p:cNvCxnSpPr>
            <a:stCxn xmlns:a="http://schemas.openxmlformats.org/drawingml/2006/main" id="181" idx="2"/>
            <a:endCxn xmlns:a="http://schemas.openxmlformats.org/drawingml/2006/main" id="176" idx="0"/>
          </p:cNvCxnSpPr>
          <p:nvPr/>
        </p:nvCxnSpPr>
        <p:spPr>
          <a:xfrm xmlns:a="http://schemas.openxmlformats.org/drawingml/2006/main" flipH="1">
            <a:off x="2644102" y="1021431"/>
            <a:ext cx="0" cy="42245"/>
          </a:xfrm>
          <a:prstGeom xmlns:a="http://schemas.openxmlformats.org/drawingml/2006/main" prst="straightConnector1">
            <a:avLst/>
          </a:prstGeom>
          <a:ln xmlns:a="http://schemas.openxmlformats.org/drawingml/2006/main" w="6789">
            <a:solidFill>
              <a:srgbClr val="64696E"/>
            </a:solidFill>
            <a:tailEnd type="triangle" w="sm" len="sm"/>
          </a:ln>
        </p:spPr>
      </p:cxnSp>
      <p:sp>
        <p:nvSpPr>
          <p:cNvPr id="187" name="anchor-31">
            <a:extLst xmlns:a="http://schemas.openxmlformats.org/drawingml/2006/main">
              <a:ext uri="{FF2B5EF4-FFF2-40B4-BE49-F238E27FC236}">
                <a16:creationId xmlns:a16="http://schemas.microsoft.com/office/drawing/2014/main" id="{A565F6E5-2976-49E7-9908-C37B43C8B4A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73149" y="492359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8" name="anchor-32">
            <a:extLst xmlns:a="http://schemas.openxmlformats.org/drawingml/2006/main">
              <a:ext uri="{FF2B5EF4-FFF2-40B4-BE49-F238E27FC236}">
                <a16:creationId xmlns:a16="http://schemas.microsoft.com/office/drawing/2014/main" id="{F0ECA740-AF22-45B4-B204-ADE780F8AC4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73149" y="992764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9" name="anchor-33">
            <a:extLst xmlns:a="http://schemas.openxmlformats.org/drawingml/2006/main">
              <a:ext uri="{FF2B5EF4-FFF2-40B4-BE49-F238E27FC236}">
                <a16:creationId xmlns:a16="http://schemas.microsoft.com/office/drawing/2014/main" id="{E48F9389-726A-45B9-8347-7FEF9F6B482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19580" y="992764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2" name="flow-segment-34"/>
          <p:cNvCxnSpPr>
            <a:stCxn xmlns:a="http://schemas.openxmlformats.org/drawingml/2006/main" id="126" idx="3"/>
            <a:endCxn xmlns:a="http://schemas.openxmlformats.org/drawingml/2006/main" id="187" idx="1"/>
          </p:cNvCxnSpPr>
          <p:nvPr/>
        </p:nvCxnSpPr>
        <p:spPr>
          <a:xfrm xmlns:a="http://schemas.openxmlformats.org/drawingml/2006/main">
            <a:off x="3749268" y="492861"/>
            <a:ext cx="323881" cy="1"/>
          </a:xfrm>
          <a:prstGeom xmlns:a="http://schemas.openxmlformats.org/drawingml/2006/main" prst="straightConnector1">
            <a:avLst/>
          </a:prstGeom>
          <a:ln xmlns:a="http://schemas.openxmlformats.org/drawingml/2006/main" w="6789">
            <a:solidFill>
              <a:srgbClr val="64696E"/>
            </a:solidFill>
            <a:tailEnd type="none" w="sm" len="sm"/>
          </a:ln>
        </p:spPr>
      </p:cxnSp>
      <p:cxnSp>
        <p:nvCxnSpPr>
          <p:cNvPr id="683" name="flow-segment-35"/>
          <p:cNvCxnSpPr>
            <a:stCxn xmlns:a="http://schemas.openxmlformats.org/drawingml/2006/main" id="187" idx="2"/>
            <a:endCxn xmlns:a="http://schemas.openxmlformats.org/drawingml/2006/main" id="188" idx="0"/>
          </p:cNvCxnSpPr>
          <p:nvPr/>
        </p:nvCxnSpPr>
        <p:spPr>
          <a:xfrm xmlns:a="http://schemas.openxmlformats.org/drawingml/2006/main">
            <a:off x="4073652" y="493365"/>
            <a:ext cx="0" cy="499399"/>
          </a:xfrm>
          <a:prstGeom xmlns:a="http://schemas.openxmlformats.org/drawingml/2006/main" prst="straightConnector1">
            <a:avLst/>
          </a:prstGeom>
          <a:ln xmlns:a="http://schemas.openxmlformats.org/drawingml/2006/main" w="6789">
            <a:solidFill>
              <a:srgbClr val="64696E"/>
            </a:solidFill>
            <a:tailEnd type="none" w="sm" len="sm"/>
          </a:ln>
        </p:spPr>
      </p:cxnSp>
      <p:cxnSp>
        <p:nvCxnSpPr>
          <p:cNvPr id="684" name="flow-segment-36"/>
          <p:cNvCxnSpPr>
            <a:stCxn xmlns:a="http://schemas.openxmlformats.org/drawingml/2006/main" id="188" idx="3"/>
            <a:endCxn xmlns:a="http://schemas.openxmlformats.org/drawingml/2006/main" id="189" idx="1"/>
          </p:cNvCxnSpPr>
          <p:nvPr/>
        </p:nvCxnSpPr>
        <p:spPr>
          <a:xfrm xmlns:a="http://schemas.openxmlformats.org/drawingml/2006/main">
            <a:off x="4074155" y="993267"/>
            <a:ext cx="245425" cy="0"/>
          </a:xfrm>
          <a:prstGeom xmlns:a="http://schemas.openxmlformats.org/drawingml/2006/main" prst="straightConnector1">
            <a:avLst/>
          </a:prstGeom>
          <a:ln xmlns:a="http://schemas.openxmlformats.org/drawingml/2006/main" w="6789">
            <a:solidFill>
              <a:srgbClr val="64696E"/>
            </a:solidFill>
            <a:tailEnd type="none" w="sm" len="sm"/>
          </a:ln>
        </p:spPr>
      </p:cxnSp>
      <p:cxnSp>
        <p:nvCxnSpPr>
          <p:cNvPr id="685" name="flow-segment-37"/>
          <p:cNvCxnSpPr>
            <a:stCxn xmlns:a="http://schemas.openxmlformats.org/drawingml/2006/main" id="189" idx="2"/>
            <a:endCxn xmlns:a="http://schemas.openxmlformats.org/drawingml/2006/main" id="177" idx="0"/>
          </p:cNvCxnSpPr>
          <p:nvPr/>
        </p:nvCxnSpPr>
        <p:spPr>
          <a:xfrm xmlns:a="http://schemas.openxmlformats.org/drawingml/2006/main">
            <a:off x="4320083" y="993770"/>
            <a:ext cx="0" cy="69906"/>
          </a:xfrm>
          <a:prstGeom xmlns:a="http://schemas.openxmlformats.org/drawingml/2006/main" prst="straightConnector1">
            <a:avLst/>
          </a:prstGeom>
          <a:ln xmlns:a="http://schemas.openxmlformats.org/drawingml/2006/main" w="6789">
            <a:solidFill>
              <a:srgbClr val="64696E"/>
            </a:solidFill>
            <a:tailEnd type="triangle" w="sm" len="sm"/>
          </a:ln>
        </p:spPr>
      </p:cxnSp>
      <p:sp>
        <p:nvSpPr>
          <p:cNvPr id="194" name="localization-head-label">
            <a:extLst xmlns:a="http://schemas.openxmlformats.org/drawingml/2006/main">
              <a:ext uri="{FF2B5EF4-FFF2-40B4-BE49-F238E27FC236}">
                <a16:creationId xmlns:a16="http://schemas.microsoft.com/office/drawing/2014/main" id="{AA6D4E5E-2860-4663-B10B-F5B8279EAC5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72614" y="1232154"/>
            <a:ext cx="942975" cy="105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Weak localization</a:t>
            </a:r>
          </a:p>
        </p:txBody>
      </p:sp>
      <p:sp>
        <p:nvSpPr>
          <p:cNvPr id="195" name="support-head-label">
            <a:extLst xmlns:a="http://schemas.openxmlformats.org/drawingml/2006/main">
              <a:ext uri="{FF2B5EF4-FFF2-40B4-BE49-F238E27FC236}">
                <a16:creationId xmlns:a16="http://schemas.microsoft.com/office/drawing/2014/main" id="{59A987EC-F7A5-48C2-99CE-9581F89C5B7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42309" y="1232154"/>
            <a:ext cx="955548" cy="105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Learned support</a:t>
            </a:r>
          </a:p>
        </p:txBody>
      </p:sp>
      <p:sp>
        <p:nvSpPr>
          <p:cNvPr id="196" name="localization-stop-gradient">
            <a:extLst xmlns:a="http://schemas.openxmlformats.org/drawingml/2006/main">
              <a:ext uri="{FF2B5EF4-FFF2-40B4-BE49-F238E27FC236}">
                <a16:creationId xmlns:a16="http://schemas.microsoft.com/office/drawing/2014/main" id="{C73B6F75-C474-499A-ACF2-39CF2A2FC8F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62377" y="1388059"/>
            <a:ext cx="163449" cy="1307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526">
            <a:solidFill>
              <a:srgbClr val="64696E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0252A"/>
                </a:solidFill>
                <a:latin typeface="Cambria Math"/>
                <a:ea typeface="Cambria Math"/>
                <a:cs typeface="Cambria Math"/>
              </a:defRPr>
            </a:pPr>
            <a:r>
              <a:rPr sz="850" b="0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sg</a:t>
            </a:r>
          </a:p>
        </p:txBody>
      </p:sp>
      <p:sp>
        <p:nvSpPr>
          <p:cNvPr id="197" name="normalize-support">
            <a:extLst xmlns:a="http://schemas.openxmlformats.org/drawingml/2006/main">
              <a:ext uri="{FF2B5EF4-FFF2-40B4-BE49-F238E27FC236}">
                <a16:creationId xmlns:a16="http://schemas.microsoft.com/office/drawing/2014/main" id="{DE20F3F5-463C-459E-8BE4-F801046E303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746754" y="1378001"/>
            <a:ext cx="1144143" cy="150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526">
            <a:solidFill>
              <a:srgbClr val="64696E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0252A"/>
                </a:solidFill>
                <a:latin typeface="Cambria Math"/>
                <a:ea typeface="Cambria Math"/>
                <a:cs typeface="Cambria Math"/>
              </a:defRPr>
            </a:pP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850" b="0" i="0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 / max(∑</a:t>
            </a: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850" b="0" i="0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, </a:t>
            </a: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ε</a:t>
            </a:r>
            <a:r>
              <a:rPr sz="850" b="0" i="0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198" name="anchor-38">
            <a:extLst xmlns:a="http://schemas.openxmlformats.org/drawingml/2006/main">
              <a:ext uri="{FF2B5EF4-FFF2-40B4-BE49-F238E27FC236}">
                <a16:creationId xmlns:a16="http://schemas.microsoft.com/office/drawing/2014/main" id="{3FA19258-17A4-4F2D-9429-2D9B622FB1D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67893" y="1144897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9" name="anchor-39">
            <a:extLst xmlns:a="http://schemas.openxmlformats.org/drawingml/2006/main">
              <a:ext uri="{FF2B5EF4-FFF2-40B4-BE49-F238E27FC236}">
                <a16:creationId xmlns:a16="http://schemas.microsoft.com/office/drawing/2014/main" id="{76A220E8-A3C0-4D64-BE10-D81798A0ABF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67893" y="1357381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0" name="anchor-40">
            <a:extLst xmlns:a="http://schemas.openxmlformats.org/drawingml/2006/main">
              <a:ext uri="{FF2B5EF4-FFF2-40B4-BE49-F238E27FC236}">
                <a16:creationId xmlns:a16="http://schemas.microsoft.com/office/drawing/2014/main" id="{0BB85CD6-E843-4226-A080-D991067CB6A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43599" y="1357381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3" name="flow-segment-41"/>
          <p:cNvCxnSpPr>
            <a:stCxn xmlns:a="http://schemas.openxmlformats.org/drawingml/2006/main" id="176" idx="3"/>
            <a:endCxn xmlns:a="http://schemas.openxmlformats.org/drawingml/2006/main" id="198" idx="1"/>
          </p:cNvCxnSpPr>
          <p:nvPr/>
        </p:nvCxnSpPr>
        <p:spPr>
          <a:xfrm xmlns:a="http://schemas.openxmlformats.org/drawingml/2006/main" flipV="1">
            <a:off x="3020034" y="1145400"/>
            <a:ext cx="147859" cy="0"/>
          </a:xfrm>
          <a:prstGeom xmlns:a="http://schemas.openxmlformats.org/drawingml/2006/main" prst="straightConnector1">
            <a:avLst/>
          </a:prstGeom>
          <a:ln xmlns:a="http://schemas.openxmlformats.org/drawingml/2006/main" w="6789">
            <a:solidFill>
              <a:srgbClr val="64696E"/>
            </a:solidFill>
            <a:tailEnd type="none" w="sm" len="sm"/>
          </a:ln>
        </p:spPr>
      </p:cxnSp>
      <p:cxnSp>
        <p:nvCxnSpPr>
          <p:cNvPr id="694" name="flow-segment-42"/>
          <p:cNvCxnSpPr>
            <a:stCxn xmlns:a="http://schemas.openxmlformats.org/drawingml/2006/main" id="198" idx="2"/>
            <a:endCxn xmlns:a="http://schemas.openxmlformats.org/drawingml/2006/main" id="199" idx="0"/>
          </p:cNvCxnSpPr>
          <p:nvPr/>
        </p:nvCxnSpPr>
        <p:spPr>
          <a:xfrm xmlns:a="http://schemas.openxmlformats.org/drawingml/2006/main">
            <a:off x="3168396" y="1145903"/>
            <a:ext cx="0" cy="211478"/>
          </a:xfrm>
          <a:prstGeom xmlns:a="http://schemas.openxmlformats.org/drawingml/2006/main" prst="straightConnector1">
            <a:avLst/>
          </a:prstGeom>
          <a:ln xmlns:a="http://schemas.openxmlformats.org/drawingml/2006/main" w="6789">
            <a:solidFill>
              <a:srgbClr val="64696E"/>
            </a:solidFill>
            <a:tailEnd type="none" w="sm" len="sm"/>
          </a:ln>
        </p:spPr>
      </p:cxnSp>
      <p:cxnSp>
        <p:nvCxnSpPr>
          <p:cNvPr id="695" name="flow-segment-43"/>
          <p:cNvCxnSpPr>
            <a:stCxn xmlns:a="http://schemas.openxmlformats.org/drawingml/2006/main" id="199" idx="1"/>
            <a:endCxn xmlns:a="http://schemas.openxmlformats.org/drawingml/2006/main" id="200" idx="3"/>
          </p:cNvCxnSpPr>
          <p:nvPr/>
        </p:nvCxnSpPr>
        <p:spPr>
          <a:xfrm xmlns:a="http://schemas.openxmlformats.org/drawingml/2006/main" flipH="1">
            <a:off x="2644605" y="1357884"/>
            <a:ext cx="523288" cy="0"/>
          </a:xfrm>
          <a:prstGeom xmlns:a="http://schemas.openxmlformats.org/drawingml/2006/main" prst="straightConnector1">
            <a:avLst/>
          </a:prstGeom>
          <a:ln xmlns:a="http://schemas.openxmlformats.org/drawingml/2006/main" w="6789">
            <a:solidFill>
              <a:srgbClr val="64696E"/>
            </a:solidFill>
            <a:tailEnd type="none" w="sm" len="sm"/>
          </a:ln>
        </p:spPr>
      </p:cxnSp>
      <p:cxnSp>
        <p:nvCxnSpPr>
          <p:cNvPr id="696" name="flow-segment-44"/>
          <p:cNvCxnSpPr>
            <a:stCxn xmlns:a="http://schemas.openxmlformats.org/drawingml/2006/main" id="200" idx="2"/>
            <a:endCxn xmlns:a="http://schemas.openxmlformats.org/drawingml/2006/main" id="196" idx="0"/>
          </p:cNvCxnSpPr>
          <p:nvPr/>
        </p:nvCxnSpPr>
        <p:spPr>
          <a:xfrm xmlns:a="http://schemas.openxmlformats.org/drawingml/2006/main" flipH="1">
            <a:off x="2644101" y="1358387"/>
            <a:ext cx="0" cy="29672"/>
          </a:xfrm>
          <a:prstGeom xmlns:a="http://schemas.openxmlformats.org/drawingml/2006/main" prst="straightConnector1">
            <a:avLst/>
          </a:prstGeom>
          <a:ln xmlns:a="http://schemas.openxmlformats.org/drawingml/2006/main" w="6789">
            <a:solidFill>
              <a:srgbClr val="64696E"/>
            </a:solidFill>
            <a:tailEnd type="triangle" w="sm" len="sm"/>
          </a:ln>
        </p:spPr>
      </p:cxnSp>
      <p:sp>
        <p:nvSpPr>
          <p:cNvPr id="205" name="anchor-45">
            <a:extLst xmlns:a="http://schemas.openxmlformats.org/drawingml/2006/main">
              <a:ext uri="{FF2B5EF4-FFF2-40B4-BE49-F238E27FC236}">
                <a16:creationId xmlns:a16="http://schemas.microsoft.com/office/drawing/2014/main" id="{89801E70-C34E-492D-9A11-D7438E44A34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60803" y="1144897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6" name="anchor-46">
            <a:extLst xmlns:a="http://schemas.openxmlformats.org/drawingml/2006/main">
              <a:ext uri="{FF2B5EF4-FFF2-40B4-BE49-F238E27FC236}">
                <a16:creationId xmlns:a16="http://schemas.microsoft.com/office/drawing/2014/main" id="{827330FA-73AC-4BD2-A695-FB290104A6D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60803" y="1332235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7" name="anchor-47">
            <a:extLst xmlns:a="http://schemas.openxmlformats.org/drawingml/2006/main">
              <a:ext uri="{FF2B5EF4-FFF2-40B4-BE49-F238E27FC236}">
                <a16:creationId xmlns:a16="http://schemas.microsoft.com/office/drawing/2014/main" id="{18C336C4-A637-4A26-9F3C-7F44B9534BC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18323" y="1332235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0" name="flow-segment-48"/>
          <p:cNvCxnSpPr>
            <a:stCxn xmlns:a="http://schemas.openxmlformats.org/drawingml/2006/main" id="177" idx="3"/>
            <a:endCxn xmlns:a="http://schemas.openxmlformats.org/drawingml/2006/main" id="205" idx="1"/>
          </p:cNvCxnSpPr>
          <p:nvPr/>
        </p:nvCxnSpPr>
        <p:spPr>
          <a:xfrm xmlns:a="http://schemas.openxmlformats.org/drawingml/2006/main" flipV="1">
            <a:off x="4911014" y="1145400"/>
            <a:ext cx="49789" cy="0"/>
          </a:xfrm>
          <a:prstGeom xmlns:a="http://schemas.openxmlformats.org/drawingml/2006/main" prst="straightConnector1">
            <a:avLst/>
          </a:prstGeom>
          <a:ln xmlns:a="http://schemas.openxmlformats.org/drawingml/2006/main" w="6789">
            <a:solidFill>
              <a:srgbClr val="64696E"/>
            </a:solidFill>
            <a:tailEnd type="none" w="sm" len="sm"/>
          </a:ln>
        </p:spPr>
      </p:cxnSp>
      <p:cxnSp>
        <p:nvCxnSpPr>
          <p:cNvPr id="701" name="flow-segment-49"/>
          <p:cNvCxnSpPr>
            <a:stCxn xmlns:a="http://schemas.openxmlformats.org/drawingml/2006/main" id="205" idx="2"/>
            <a:endCxn xmlns:a="http://schemas.openxmlformats.org/drawingml/2006/main" id="206" idx="0"/>
          </p:cNvCxnSpPr>
          <p:nvPr/>
        </p:nvCxnSpPr>
        <p:spPr>
          <a:xfrm xmlns:a="http://schemas.openxmlformats.org/drawingml/2006/main">
            <a:off x="4961306" y="1145903"/>
            <a:ext cx="0" cy="186332"/>
          </a:xfrm>
          <a:prstGeom xmlns:a="http://schemas.openxmlformats.org/drawingml/2006/main" prst="straightConnector1">
            <a:avLst/>
          </a:prstGeom>
          <a:ln xmlns:a="http://schemas.openxmlformats.org/drawingml/2006/main" w="6789">
            <a:solidFill>
              <a:srgbClr val="64696E"/>
            </a:solidFill>
            <a:tailEnd type="none" w="sm" len="sm"/>
          </a:ln>
        </p:spPr>
      </p:cxnSp>
      <p:cxnSp>
        <p:nvCxnSpPr>
          <p:cNvPr id="702" name="flow-segment-50"/>
          <p:cNvCxnSpPr>
            <a:stCxn xmlns:a="http://schemas.openxmlformats.org/drawingml/2006/main" id="206" idx="1"/>
            <a:endCxn xmlns:a="http://schemas.openxmlformats.org/drawingml/2006/main" id="207" idx="3"/>
          </p:cNvCxnSpPr>
          <p:nvPr/>
        </p:nvCxnSpPr>
        <p:spPr>
          <a:xfrm xmlns:a="http://schemas.openxmlformats.org/drawingml/2006/main" flipH="1">
            <a:off x="4319329" y="1332738"/>
            <a:ext cx="641474" cy="0"/>
          </a:xfrm>
          <a:prstGeom xmlns:a="http://schemas.openxmlformats.org/drawingml/2006/main" prst="straightConnector1">
            <a:avLst/>
          </a:prstGeom>
          <a:ln xmlns:a="http://schemas.openxmlformats.org/drawingml/2006/main" w="6789">
            <a:solidFill>
              <a:srgbClr val="64696E"/>
            </a:solidFill>
            <a:tailEnd type="none" w="sm" len="sm"/>
          </a:ln>
        </p:spPr>
      </p:cxnSp>
      <p:cxnSp>
        <p:nvCxnSpPr>
          <p:cNvPr id="703" name="flow-segment-51"/>
          <p:cNvCxnSpPr>
            <a:stCxn xmlns:a="http://schemas.openxmlformats.org/drawingml/2006/main" id="207" idx="2"/>
            <a:endCxn xmlns:a="http://schemas.openxmlformats.org/drawingml/2006/main" id="197" idx="0"/>
          </p:cNvCxnSpPr>
          <p:nvPr/>
        </p:nvCxnSpPr>
        <p:spPr>
          <a:xfrm xmlns:a="http://schemas.openxmlformats.org/drawingml/2006/main" flipH="1">
            <a:off x="4318826" y="1333241"/>
            <a:ext cx="0" cy="44760"/>
          </a:xfrm>
          <a:prstGeom xmlns:a="http://schemas.openxmlformats.org/drawingml/2006/main" prst="straightConnector1">
            <a:avLst/>
          </a:prstGeom>
          <a:ln xmlns:a="http://schemas.openxmlformats.org/drawingml/2006/main" w="6789">
            <a:solidFill>
              <a:srgbClr val="64696E"/>
            </a:solidFill>
            <a:tailEnd type="triangle" w="sm" len="sm"/>
          </a:ln>
        </p:spPr>
      </p:cxnSp>
      <p:sp>
        <p:nvSpPr>
          <p:cNvPr id="212" name="localization-support-product">
            <a:extLst xmlns:a="http://schemas.openxmlformats.org/drawingml/2006/main">
              <a:ext uri="{FF2B5EF4-FFF2-40B4-BE49-F238E27FC236}">
                <a16:creationId xmlns:a16="http://schemas.microsoft.com/office/drawing/2014/main" id="{CB91B7CA-7B95-4937-BF5E-5A1EF2D6616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94126" y="1383030"/>
            <a:ext cx="140818" cy="1408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29">
            <a:solidFill>
              <a:srgbClr val="64696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50">
                <a:solidFill>
                  <a:srgbClr val="20252A"/>
                </a:solidFill>
                <a:latin typeface="Cambria Math"/>
                <a:ea typeface="Cambria Math"/>
                <a:cs typeface="Cambria Math"/>
              </a:defRPr>
            </a:pPr>
            <a:r>
              <a:rPr sz="850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×</a:t>
            </a:r>
          </a:p>
        </p:txBody>
      </p:sp>
      <p:cxnSp>
        <p:nvCxnSpPr>
          <p:cNvPr id="705" name="flow-segment-52"/>
          <p:cNvCxnSpPr>
            <a:stCxn xmlns:a="http://schemas.openxmlformats.org/drawingml/2006/main" id="196" idx="3"/>
            <a:endCxn xmlns:a="http://schemas.openxmlformats.org/drawingml/2006/main" id="212" idx="2"/>
          </p:cNvCxnSpPr>
          <p:nvPr/>
        </p:nvCxnSpPr>
        <p:spPr>
          <a:xfrm xmlns:a="http://schemas.openxmlformats.org/drawingml/2006/main">
            <a:off x="2725826" y="1453439"/>
            <a:ext cx="568300" cy="1"/>
          </a:xfrm>
          <a:prstGeom xmlns:a="http://schemas.openxmlformats.org/drawingml/2006/main" prst="straightConnector1">
            <a:avLst/>
          </a:prstGeom>
          <a:ln xmlns:a="http://schemas.openxmlformats.org/drawingml/2006/main" w="7544">
            <a:solidFill>
              <a:srgbClr val="64696E"/>
            </a:solidFill>
            <a:tailEnd type="triangle" w="sm" len="sm"/>
          </a:ln>
        </p:spPr>
      </p:cxnSp>
      <p:cxnSp>
        <p:nvCxnSpPr>
          <p:cNvPr id="706" name="flow-segment-53"/>
          <p:cNvCxnSpPr>
            <a:stCxn xmlns:a="http://schemas.openxmlformats.org/drawingml/2006/main" id="197" idx="1"/>
            <a:endCxn xmlns:a="http://schemas.openxmlformats.org/drawingml/2006/main" id="212" idx="6"/>
          </p:cNvCxnSpPr>
          <p:nvPr/>
        </p:nvCxnSpPr>
        <p:spPr>
          <a:xfrm xmlns:a="http://schemas.openxmlformats.org/drawingml/2006/main" flipH="1">
            <a:off x="3434944" y="1453439"/>
            <a:ext cx="311810" cy="0"/>
          </a:xfrm>
          <a:prstGeom xmlns:a="http://schemas.openxmlformats.org/drawingml/2006/main" prst="straightConnector1">
            <a:avLst/>
          </a:prstGeom>
          <a:ln xmlns:a="http://schemas.openxmlformats.org/drawingml/2006/main" w="7544">
            <a:solidFill>
              <a:srgbClr val="64696E"/>
            </a:solidFill>
            <a:tailEnd type="triangle" w="sm" len="sm"/>
          </a:ln>
        </p:spPr>
      </p:cxnSp>
      <p:sp>
        <p:nvSpPr>
          <p:cNvPr id="215" name="spatial-weights-port">
            <a:extLst xmlns:a="http://schemas.openxmlformats.org/drawingml/2006/main">
              <a:ext uri="{FF2B5EF4-FFF2-40B4-BE49-F238E27FC236}">
                <a16:creationId xmlns:a16="http://schemas.microsoft.com/office/drawing/2014/main" id="{C91840CA-550B-44D7-B2C8-20F1910E2CD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58922" y="1569110"/>
            <a:ext cx="211226" cy="115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0252A"/>
                </a:solidFill>
                <a:latin typeface="Cambria Math"/>
                <a:ea typeface="Cambria Math"/>
                <a:cs typeface="Cambria Math"/>
              </a:defRPr>
            </a:pP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wᵤ</a:t>
            </a:r>
          </a:p>
        </p:txBody>
      </p:sp>
      <p:cxnSp>
        <p:nvCxnSpPr>
          <p:cNvPr id="708" name="flow-segment-54"/>
          <p:cNvCxnSpPr>
            <a:stCxn xmlns:a="http://schemas.openxmlformats.org/drawingml/2006/main" id="212" idx="4"/>
            <a:endCxn xmlns:a="http://schemas.openxmlformats.org/drawingml/2006/main" id="215" idx="0"/>
          </p:cNvCxnSpPr>
          <p:nvPr/>
        </p:nvCxnSpPr>
        <p:spPr>
          <a:xfrm xmlns:a="http://schemas.openxmlformats.org/drawingml/2006/main">
            <a:off x="3364535" y="1523848"/>
            <a:ext cx="0" cy="45262"/>
          </a:xfrm>
          <a:prstGeom xmlns:a="http://schemas.openxmlformats.org/drawingml/2006/main" prst="straightConnector1">
            <a:avLst/>
          </a:prstGeom>
          <a:ln xmlns:a="http://schemas.openxmlformats.org/drawingml/2006/main" w="6789">
            <a:solidFill>
              <a:srgbClr val="64696E"/>
            </a:solidFill>
            <a:tailEnd type="triangle" w="sm" len="sm"/>
          </a:ln>
        </p:spPr>
      </p:cxnSp>
      <p:sp>
        <p:nvSpPr>
          <p:cNvPr id="217" name="support-boundary">
            <a:extLst xmlns:a="http://schemas.openxmlformats.org/drawingml/2006/main">
              <a:ext uri="{FF2B5EF4-FFF2-40B4-BE49-F238E27FC236}">
                <a16:creationId xmlns:a16="http://schemas.microsoft.com/office/drawing/2014/main" id="{70CAF240-0F0C-447E-A812-82036264AC0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08760" y="1566596"/>
            <a:ext cx="1664665" cy="110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00" b="0">
                <a:solidFill>
                  <a:srgbClr val="64696E"/>
                </a:solidFill>
                <a:latin typeface="Cambria Math"/>
                <a:ea typeface="Cambria Math"/>
                <a:cs typeface="Cambria Math"/>
              </a:defRPr>
            </a:pPr>
            <a:r>
              <a:rPr sz="700" b="0" i="1">
                <a:solidFill>
                  <a:srgbClr val="64696E"/>
                </a:solidFill>
                <a:latin typeface="Cambria Math"/>
                <a:ea typeface="Cambria Math"/>
                <a:cs typeface="Cambria Math"/>
              </a:rPr>
              <a:t>λ</a:t>
            </a:r>
            <a:r>
              <a:rPr sz="700" b="0" i="0">
                <a:solidFill>
                  <a:srgbClr val="64696E"/>
                </a:solidFill>
                <a:latin typeface="Cambria Math"/>
                <a:ea typeface="Cambria Math"/>
                <a:cs typeface="Cambria Math"/>
              </a:rPr>
              <a:t> = 1; </a:t>
            </a:r>
            <a:r>
              <a:rPr sz="700" b="0" i="1">
                <a:solidFill>
                  <a:srgbClr val="64696E"/>
                </a:solidFill>
                <a:latin typeface="Cambria Math"/>
                <a:ea typeface="Cambria Math"/>
                <a:cs typeface="Cambria Math"/>
              </a:rPr>
              <a:t>ε</a:t>
            </a:r>
            <a:r>
              <a:rPr sz="700" b="0" i="0">
                <a:solidFill>
                  <a:srgbClr val="64696E"/>
                </a:solidFill>
                <a:latin typeface="Cambria Math"/>
                <a:ea typeface="Cambria Math"/>
                <a:cs typeface="Cambria Math"/>
              </a:rPr>
              <a:t> = 10⁻⁸; </a:t>
            </a:r>
            <a:r>
              <a:rPr sz="700" b="0" i="1">
                <a:solidFill>
                  <a:srgbClr val="64696E"/>
                </a:solidFill>
                <a:latin typeface="Cambria Math"/>
                <a:ea typeface="Cambria Math"/>
                <a:cs typeface="Cambria Math"/>
              </a:rPr>
              <a:t>Dᵥ</a:t>
            </a:r>
            <a:r>
              <a:rPr sz="700" b="0" i="0">
                <a:solidFill>
                  <a:srgbClr val="64696E"/>
                </a:solidFill>
                <a:latin typeface="Cambria Math"/>
                <a:ea typeface="Cambria Math"/>
                <a:cs typeface="Cambria Math"/>
              </a:rPr>
              <a:t> = 0 if ∑</a:t>
            </a:r>
            <a:r>
              <a:rPr sz="700" b="0" i="1">
                <a:solidFill>
                  <a:srgbClr val="64696E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700" b="0" i="0">
                <a:solidFill>
                  <a:srgbClr val="64696E"/>
                </a:solidFill>
                <a:latin typeface="Cambria Math"/>
                <a:ea typeface="Cambria Math"/>
                <a:cs typeface="Cambria Math"/>
              </a:rPr>
              <a:t> ≤ </a:t>
            </a:r>
            <a:r>
              <a:rPr sz="700" b="0" i="1">
                <a:solidFill>
                  <a:srgbClr val="64696E"/>
                </a:solidFill>
                <a:latin typeface="Cambria Math"/>
                <a:ea typeface="Cambria Math"/>
                <a:cs typeface="Cambria Math"/>
              </a:rPr>
              <a:t>ε</a:t>
            </a:r>
          </a:p>
        </p:txBody>
      </p:sp>
      <p:sp>
        <p:nvSpPr>
          <p:cNvPr id="218" name="rule-ab">
            <a:extLst xmlns:a="http://schemas.openxmlformats.org/drawingml/2006/main">
              <a:ext uri="{FF2B5EF4-FFF2-40B4-BE49-F238E27FC236}">
                <a16:creationId xmlns:a16="http://schemas.microsoft.com/office/drawing/2014/main" id="{374E263B-9DF3-49E7-AA73-F13C7083D45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0409" y="1730045"/>
            <a:ext cx="4888382" cy="45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CC2"/>
          </a:solidFill>
          <a:ln xmlns:a="http://schemas.openxmlformats.org/drawingml/2006/main" w="0">
            <a:noFill/>
          </a:ln>
        </p:spPr>
      </p:sp>
      <p:sp>
        <p:nvSpPr>
          <p:cNvPr id="219" name="panel-b-letter">
            <a:extLst xmlns:a="http://schemas.openxmlformats.org/drawingml/2006/main">
              <a:ext uri="{FF2B5EF4-FFF2-40B4-BE49-F238E27FC236}">
                <a16:creationId xmlns:a16="http://schemas.microsoft.com/office/drawing/2014/main" id="{CA4E3034-2EE6-47F4-9A94-7E37EE8B131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0409" y="1775308"/>
            <a:ext cx="128245" cy="150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20" name="panel-b">
            <a:extLst xmlns:a="http://schemas.openxmlformats.org/drawingml/2006/main">
              <a:ext uri="{FF2B5EF4-FFF2-40B4-BE49-F238E27FC236}">
                <a16:creationId xmlns:a16="http://schemas.microsoft.com/office/drawing/2014/main" id="{27266D95-3135-4C2F-88A6-68F69300258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1460" y="1775308"/>
            <a:ext cx="3055239" cy="150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View-specific local evidence before pooling</a:t>
            </a:r>
          </a:p>
        </p:txBody>
      </p:sp>
      <p:sp>
        <p:nvSpPr>
          <p:cNvPr id="221" name="six-path-caption">
            <a:extLst xmlns:a="http://schemas.openxmlformats.org/drawingml/2006/main">
              <a:ext uri="{FF2B5EF4-FFF2-40B4-BE49-F238E27FC236}">
                <a16:creationId xmlns:a16="http://schemas.microsoft.com/office/drawing/2014/main" id="{D3919116-6A4E-41C9-99BE-0632C8DB263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54476" y="1800454"/>
            <a:ext cx="1559052" cy="118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506D88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506D88"/>
                </a:solidFill>
                <a:latin typeface="Arial"/>
                <a:ea typeface="Arial"/>
                <a:cs typeface="Arial"/>
              </a:rPr>
              <a:t>Six parallel paths, v = 1,…,6</a:t>
            </a:r>
          </a:p>
        </p:txBody>
      </p:sp>
      <p:sp>
        <p:nvSpPr>
          <p:cNvPr id="222" name="view-path-sheet-6">
            <a:extLst xmlns:a="http://schemas.openxmlformats.org/drawingml/2006/main">
              <a:ext uri="{FF2B5EF4-FFF2-40B4-BE49-F238E27FC236}">
                <a16:creationId xmlns:a16="http://schemas.microsoft.com/office/drawing/2014/main" id="{A55BBE7F-A2F3-4112-BC39-4BD2CBF47CC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3449" y="1973961"/>
            <a:ext cx="4742536" cy="6990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3018">
            <a:solidFill>
              <a:srgbClr val="BCC8D1"/>
            </a:solidFill>
          </a:ln>
        </p:spPr>
      </p:sp>
      <p:sp>
        <p:nvSpPr>
          <p:cNvPr id="223" name="view-path-sheet-5">
            <a:extLst xmlns:a="http://schemas.openxmlformats.org/drawingml/2006/main">
              <a:ext uri="{FF2B5EF4-FFF2-40B4-BE49-F238E27FC236}">
                <a16:creationId xmlns:a16="http://schemas.microsoft.com/office/drawing/2014/main" id="{B8669260-44BD-4B52-82E6-6C626AC1F4E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3391" y="1996592"/>
            <a:ext cx="4742536" cy="6990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3018">
            <a:solidFill>
              <a:srgbClr val="BCC8D1"/>
            </a:solidFill>
          </a:ln>
        </p:spPr>
      </p:sp>
      <p:sp>
        <p:nvSpPr>
          <p:cNvPr id="224" name="view-path-sheet-4">
            <a:extLst xmlns:a="http://schemas.openxmlformats.org/drawingml/2006/main">
              <a:ext uri="{FF2B5EF4-FFF2-40B4-BE49-F238E27FC236}">
                <a16:creationId xmlns:a16="http://schemas.microsoft.com/office/drawing/2014/main" id="{2E3B4D51-537F-47B5-A211-4606E5D036D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3332" y="2019224"/>
            <a:ext cx="4742536" cy="6990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3018">
            <a:solidFill>
              <a:srgbClr val="BCC8D1"/>
            </a:solidFill>
          </a:ln>
        </p:spPr>
      </p:sp>
      <p:sp>
        <p:nvSpPr>
          <p:cNvPr id="225" name="view-path-sheet-3">
            <a:extLst xmlns:a="http://schemas.openxmlformats.org/drawingml/2006/main">
              <a:ext uri="{FF2B5EF4-FFF2-40B4-BE49-F238E27FC236}">
                <a16:creationId xmlns:a16="http://schemas.microsoft.com/office/drawing/2014/main" id="{8C3D0B57-DEC3-4D19-819E-C960F7F7031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3274" y="2041855"/>
            <a:ext cx="4742536" cy="6990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3018">
            <a:solidFill>
              <a:srgbClr val="BCC8D1"/>
            </a:solidFill>
          </a:ln>
        </p:spPr>
      </p:sp>
      <p:sp>
        <p:nvSpPr>
          <p:cNvPr id="226" name="view-path-sheet-2">
            <a:extLst xmlns:a="http://schemas.openxmlformats.org/drawingml/2006/main">
              <a:ext uri="{FF2B5EF4-FFF2-40B4-BE49-F238E27FC236}">
                <a16:creationId xmlns:a16="http://schemas.microsoft.com/office/drawing/2014/main" id="{FBD7F8FC-B180-4BC8-B8F5-7B90201ECD6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3215" y="2064487"/>
            <a:ext cx="4742536" cy="6990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3018">
            <a:solidFill>
              <a:srgbClr val="BCC8D1"/>
            </a:solidFill>
          </a:ln>
        </p:spPr>
      </p:sp>
      <p:sp>
        <p:nvSpPr>
          <p:cNvPr id="227" name="view-path-sheet-1">
            <a:extLst xmlns:a="http://schemas.openxmlformats.org/drawingml/2006/main">
              <a:ext uri="{FF2B5EF4-FFF2-40B4-BE49-F238E27FC236}">
                <a16:creationId xmlns:a16="http://schemas.microsoft.com/office/drawing/2014/main" id="{95D036F9-8424-4E8E-9B70-DAF5294B19B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3157" y="2087118"/>
            <a:ext cx="4742536" cy="6990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81">
            <a:solidFill>
              <a:srgbClr val="64798B"/>
            </a:solidFill>
          </a:ln>
        </p:spPr>
      </p:sp>
      <p:sp>
        <p:nvSpPr>
          <p:cNvPr id="228" name="Z-continuation">
            <a:extLst xmlns:a="http://schemas.openxmlformats.org/drawingml/2006/main">
              <a:ext uri="{FF2B5EF4-FFF2-40B4-BE49-F238E27FC236}">
                <a16:creationId xmlns:a16="http://schemas.microsoft.com/office/drawing/2014/main" id="{96A2FC4B-EF16-40A5-AF35-EF03C177E17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1110" y="2117293"/>
            <a:ext cx="160934" cy="115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0252A"/>
                </a:solidFill>
                <a:latin typeface="Cambria Math"/>
                <a:ea typeface="Cambria Math"/>
                <a:cs typeface="Cambria Math"/>
              </a:defRPr>
            </a:pP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Z</a:t>
            </a:r>
          </a:p>
        </p:txBody>
      </p:sp>
      <p:sp>
        <p:nvSpPr>
          <p:cNvPr id="229" name="view-adapter">
            <a:extLst xmlns:a="http://schemas.openxmlformats.org/drawingml/2006/main">
              <a:ext uri="{FF2B5EF4-FFF2-40B4-BE49-F238E27FC236}">
                <a16:creationId xmlns:a16="http://schemas.microsoft.com/office/drawing/2014/main" id="{10068C87-0C0E-4DC8-8ACE-760A59D1FDB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7657" y="2280742"/>
            <a:ext cx="243916" cy="176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2"/>
          </a:solidFill>
          <a:ln xmlns:a="http://schemas.openxmlformats.org/drawingml/2006/main" w="4526">
            <a:solidFill>
              <a:srgbClr val="64696E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0252A"/>
                </a:solidFill>
                <a:latin typeface="Cambria Math"/>
                <a:ea typeface="Cambria Math"/>
                <a:cs typeface="Cambria Math"/>
              </a:defRPr>
            </a:pP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Tᵥ</a:t>
            </a:r>
          </a:p>
        </p:txBody>
      </p:sp>
      <p:sp>
        <p:nvSpPr>
          <p:cNvPr id="230" name="anchor-55">
            <a:extLst xmlns:a="http://schemas.openxmlformats.org/drawingml/2006/main">
              <a:ext uri="{FF2B5EF4-FFF2-40B4-BE49-F238E27FC236}">
                <a16:creationId xmlns:a16="http://schemas.microsoft.com/office/drawing/2014/main" id="{8A3D1DE0-0E3F-40EA-B93A-F73B896B760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1074" y="2368250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3" name="flow-segment-56"/>
          <p:cNvCxnSpPr>
            <a:stCxn xmlns:a="http://schemas.openxmlformats.org/drawingml/2006/main" id="228" idx="2"/>
            <a:endCxn xmlns:a="http://schemas.openxmlformats.org/drawingml/2006/main" id="230" idx="0"/>
          </p:cNvCxnSpPr>
          <p:nvPr/>
        </p:nvCxnSpPr>
        <p:spPr>
          <a:xfrm xmlns:a="http://schemas.openxmlformats.org/drawingml/2006/main" flipH="1">
            <a:off x="271577" y="2232965"/>
            <a:ext cx="0" cy="135285"/>
          </a:xfrm>
          <a:prstGeom xmlns:a="http://schemas.openxmlformats.org/drawingml/2006/main" prst="straightConnector1">
            <a:avLst/>
          </a:prstGeom>
          <a:ln xmlns:a="http://schemas.openxmlformats.org/drawingml/2006/main" w="7544">
            <a:solidFill>
              <a:srgbClr val="64696E"/>
            </a:solidFill>
            <a:tailEnd type="none" w="sm" len="sm"/>
          </a:ln>
        </p:spPr>
      </p:cxnSp>
      <p:cxnSp>
        <p:nvCxnSpPr>
          <p:cNvPr id="724" name="flow-segment-57"/>
          <p:cNvCxnSpPr>
            <a:stCxn xmlns:a="http://schemas.openxmlformats.org/drawingml/2006/main" id="230" idx="3"/>
            <a:endCxn xmlns:a="http://schemas.openxmlformats.org/drawingml/2006/main" id="229" idx="1"/>
          </p:cNvCxnSpPr>
          <p:nvPr/>
        </p:nvCxnSpPr>
        <p:spPr>
          <a:xfrm xmlns:a="http://schemas.openxmlformats.org/drawingml/2006/main">
            <a:off x="272080" y="2368753"/>
            <a:ext cx="185577" cy="0"/>
          </a:xfrm>
          <a:prstGeom xmlns:a="http://schemas.openxmlformats.org/drawingml/2006/main" prst="straightConnector1">
            <a:avLst/>
          </a:prstGeom>
          <a:ln xmlns:a="http://schemas.openxmlformats.org/drawingml/2006/main" w="7544">
            <a:solidFill>
              <a:srgbClr val="64696E"/>
            </a:solidFill>
            <a:tailEnd type="triangle" w="sm" len="sm"/>
          </a:ln>
        </p:spPr>
      </p:cxnSp>
      <p:sp>
        <p:nvSpPr>
          <p:cNvPr id="233" name="anchor-58">
            <a:extLst xmlns:a="http://schemas.openxmlformats.org/drawingml/2006/main">
              <a:ext uri="{FF2B5EF4-FFF2-40B4-BE49-F238E27FC236}">
                <a16:creationId xmlns:a16="http://schemas.microsoft.com/office/drawing/2014/main" id="{90C1DC19-B32D-4C86-958F-C4DD604026D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47501" y="2264313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4" name="anchor-59">
            <a:extLst xmlns:a="http://schemas.openxmlformats.org/drawingml/2006/main">
              <a:ext uri="{FF2B5EF4-FFF2-40B4-BE49-F238E27FC236}">
                <a16:creationId xmlns:a16="http://schemas.microsoft.com/office/drawing/2014/main" id="{7167195D-95EA-4E85-9938-BA86C6CA5B3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0892" y="2251321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7" name="network-edge-60"/>
          <p:cNvCxnSpPr>
            <a:stCxn xmlns:a="http://schemas.openxmlformats.org/drawingml/2006/main" id="233" idx="3"/>
            <a:endCxn xmlns:a="http://schemas.openxmlformats.org/drawingml/2006/main" id="234" idx="1"/>
          </p:cNvCxnSpPr>
          <p:nvPr/>
        </p:nvCxnSpPr>
        <p:spPr>
          <a:xfrm xmlns:a="http://schemas.openxmlformats.org/drawingml/2006/main" flipV="1">
            <a:off x="948507" y="2251824"/>
            <a:ext cx="152385" cy="12992"/>
          </a:xfrm>
          <a:prstGeom xmlns:a="http://schemas.openxmlformats.org/drawingml/2006/main" prst="straightConnector1">
            <a:avLst/>
          </a:prstGeom>
          <a:ln xmlns:a="http://schemas.openxmlformats.org/drawingml/2006/main" w="2263">
            <a:solidFill>
              <a:srgbClr val="A1ADB8"/>
            </a:solidFill>
            <a:tailEnd type="none" w="sm" len="sm"/>
          </a:ln>
        </p:spPr>
      </p:cxnSp>
      <p:sp>
        <p:nvSpPr>
          <p:cNvPr id="236" name="anchor-61">
            <a:extLst xmlns:a="http://schemas.openxmlformats.org/drawingml/2006/main">
              <a:ext uri="{FF2B5EF4-FFF2-40B4-BE49-F238E27FC236}">
                <a16:creationId xmlns:a16="http://schemas.microsoft.com/office/drawing/2014/main" id="{C05448C3-7D1A-40FF-869C-35BF59F3643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47501" y="2264313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7" name="anchor-62">
            <a:extLst xmlns:a="http://schemas.openxmlformats.org/drawingml/2006/main">
              <a:ext uri="{FF2B5EF4-FFF2-40B4-BE49-F238E27FC236}">
                <a16:creationId xmlns:a16="http://schemas.microsoft.com/office/drawing/2014/main" id="{5F65A29E-64CE-4AFC-AC81-C79980CCE1C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0892" y="2329274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0" name="network-edge-63"/>
          <p:cNvCxnSpPr>
            <a:stCxn xmlns:a="http://schemas.openxmlformats.org/drawingml/2006/main" id="236" idx="3"/>
            <a:endCxn xmlns:a="http://schemas.openxmlformats.org/drawingml/2006/main" id="237" idx="1"/>
          </p:cNvCxnSpPr>
          <p:nvPr/>
        </p:nvCxnSpPr>
        <p:spPr>
          <a:xfrm xmlns:a="http://schemas.openxmlformats.org/drawingml/2006/main">
            <a:off x="948507" y="2264816"/>
            <a:ext cx="152385" cy="64961"/>
          </a:xfrm>
          <a:prstGeom xmlns:a="http://schemas.openxmlformats.org/drawingml/2006/main" prst="straightConnector1">
            <a:avLst/>
          </a:prstGeom>
          <a:ln xmlns:a="http://schemas.openxmlformats.org/drawingml/2006/main" w="2263">
            <a:solidFill>
              <a:srgbClr val="A1ADB8"/>
            </a:solidFill>
            <a:tailEnd type="none" w="sm" len="sm"/>
          </a:ln>
        </p:spPr>
      </p:cxnSp>
      <p:sp>
        <p:nvSpPr>
          <p:cNvPr id="239" name="anchor-64">
            <a:extLst xmlns:a="http://schemas.openxmlformats.org/drawingml/2006/main">
              <a:ext uri="{FF2B5EF4-FFF2-40B4-BE49-F238E27FC236}">
                <a16:creationId xmlns:a16="http://schemas.microsoft.com/office/drawing/2014/main" id="{0E742AE0-622E-48B9-ACA1-6BD5C870B96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47501" y="2264313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0" name="anchor-65">
            <a:extLst xmlns:a="http://schemas.openxmlformats.org/drawingml/2006/main">
              <a:ext uri="{FF2B5EF4-FFF2-40B4-BE49-F238E27FC236}">
                <a16:creationId xmlns:a16="http://schemas.microsoft.com/office/drawing/2014/main" id="{E8E2AC67-5D86-4FC2-866B-A304E67E947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0892" y="2407227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3" name="network-edge-66"/>
          <p:cNvCxnSpPr>
            <a:stCxn xmlns:a="http://schemas.openxmlformats.org/drawingml/2006/main" id="239" idx="3"/>
            <a:endCxn xmlns:a="http://schemas.openxmlformats.org/drawingml/2006/main" id="240" idx="1"/>
          </p:cNvCxnSpPr>
          <p:nvPr/>
        </p:nvCxnSpPr>
        <p:spPr>
          <a:xfrm xmlns:a="http://schemas.openxmlformats.org/drawingml/2006/main">
            <a:off x="948507" y="2264816"/>
            <a:ext cx="152385" cy="142914"/>
          </a:xfrm>
          <a:prstGeom xmlns:a="http://schemas.openxmlformats.org/drawingml/2006/main" prst="straightConnector1">
            <a:avLst/>
          </a:prstGeom>
          <a:ln xmlns:a="http://schemas.openxmlformats.org/drawingml/2006/main" w="2263">
            <a:solidFill>
              <a:srgbClr val="A1ADB8"/>
            </a:solidFill>
            <a:tailEnd type="none" w="sm" len="sm"/>
          </a:ln>
        </p:spPr>
      </p:cxnSp>
      <p:sp>
        <p:nvSpPr>
          <p:cNvPr id="242" name="anchor-67">
            <a:extLst xmlns:a="http://schemas.openxmlformats.org/drawingml/2006/main">
              <a:ext uri="{FF2B5EF4-FFF2-40B4-BE49-F238E27FC236}">
                <a16:creationId xmlns:a16="http://schemas.microsoft.com/office/drawing/2014/main" id="{DC159ADF-7FFB-46CC-8FBF-87D32CF8862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47501" y="2264313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3" name="anchor-68">
            <a:extLst xmlns:a="http://schemas.openxmlformats.org/drawingml/2006/main">
              <a:ext uri="{FF2B5EF4-FFF2-40B4-BE49-F238E27FC236}">
                <a16:creationId xmlns:a16="http://schemas.microsoft.com/office/drawing/2014/main" id="{C13E975A-FD89-40BF-BD0A-CD5A13FC05B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0892" y="2485179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6" name="network-edge-69"/>
          <p:cNvCxnSpPr>
            <a:stCxn xmlns:a="http://schemas.openxmlformats.org/drawingml/2006/main" id="242" idx="3"/>
            <a:endCxn xmlns:a="http://schemas.openxmlformats.org/drawingml/2006/main" id="243" idx="1"/>
          </p:cNvCxnSpPr>
          <p:nvPr/>
        </p:nvCxnSpPr>
        <p:spPr>
          <a:xfrm xmlns:a="http://schemas.openxmlformats.org/drawingml/2006/main">
            <a:off x="948507" y="2264816"/>
            <a:ext cx="152385" cy="220866"/>
          </a:xfrm>
          <a:prstGeom xmlns:a="http://schemas.openxmlformats.org/drawingml/2006/main" prst="straightConnector1">
            <a:avLst/>
          </a:prstGeom>
          <a:ln xmlns:a="http://schemas.openxmlformats.org/drawingml/2006/main" w="2263">
            <a:solidFill>
              <a:srgbClr val="A1ADB8"/>
            </a:solidFill>
            <a:tailEnd type="none" w="sm" len="sm"/>
          </a:ln>
        </p:spPr>
      </p:cxnSp>
      <p:sp>
        <p:nvSpPr>
          <p:cNvPr id="245" name="anchor-70">
            <a:extLst xmlns:a="http://schemas.openxmlformats.org/drawingml/2006/main">
              <a:ext uri="{FF2B5EF4-FFF2-40B4-BE49-F238E27FC236}">
                <a16:creationId xmlns:a16="http://schemas.microsoft.com/office/drawing/2014/main" id="{1C301B1C-AE55-469F-93FD-4EAE821868C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47501" y="2368250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6" name="anchor-71">
            <a:extLst xmlns:a="http://schemas.openxmlformats.org/drawingml/2006/main">
              <a:ext uri="{FF2B5EF4-FFF2-40B4-BE49-F238E27FC236}">
                <a16:creationId xmlns:a16="http://schemas.microsoft.com/office/drawing/2014/main" id="{7F99053E-DE2B-4A65-AB13-7EE53A7394B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0892" y="2251321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9" name="network-edge-72"/>
          <p:cNvCxnSpPr>
            <a:stCxn xmlns:a="http://schemas.openxmlformats.org/drawingml/2006/main" id="245" idx="3"/>
            <a:endCxn xmlns:a="http://schemas.openxmlformats.org/drawingml/2006/main" id="246" idx="1"/>
          </p:cNvCxnSpPr>
          <p:nvPr/>
        </p:nvCxnSpPr>
        <p:spPr>
          <a:xfrm xmlns:a="http://schemas.openxmlformats.org/drawingml/2006/main" flipV="1">
            <a:off x="948507" y="2251824"/>
            <a:ext cx="152385" cy="116929"/>
          </a:xfrm>
          <a:prstGeom xmlns:a="http://schemas.openxmlformats.org/drawingml/2006/main" prst="straightConnector1">
            <a:avLst/>
          </a:prstGeom>
          <a:ln xmlns:a="http://schemas.openxmlformats.org/drawingml/2006/main" w="2263">
            <a:solidFill>
              <a:srgbClr val="A1ADB8"/>
            </a:solidFill>
            <a:tailEnd type="none" w="sm" len="sm"/>
          </a:ln>
        </p:spPr>
      </p:cxnSp>
      <p:sp>
        <p:nvSpPr>
          <p:cNvPr id="248" name="anchor-73">
            <a:extLst xmlns:a="http://schemas.openxmlformats.org/drawingml/2006/main">
              <a:ext uri="{FF2B5EF4-FFF2-40B4-BE49-F238E27FC236}">
                <a16:creationId xmlns:a16="http://schemas.microsoft.com/office/drawing/2014/main" id="{ACF92CD6-9AAD-4BAC-9217-0298C43E692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47501" y="2368250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9" name="anchor-74">
            <a:extLst xmlns:a="http://schemas.openxmlformats.org/drawingml/2006/main">
              <a:ext uri="{FF2B5EF4-FFF2-40B4-BE49-F238E27FC236}">
                <a16:creationId xmlns:a16="http://schemas.microsoft.com/office/drawing/2014/main" id="{FF959D43-1717-49E9-A304-BCE0615AEDF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0892" y="2329274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2" name="network-edge-75"/>
          <p:cNvCxnSpPr>
            <a:stCxn xmlns:a="http://schemas.openxmlformats.org/drawingml/2006/main" id="248" idx="3"/>
            <a:endCxn xmlns:a="http://schemas.openxmlformats.org/drawingml/2006/main" id="249" idx="1"/>
          </p:cNvCxnSpPr>
          <p:nvPr/>
        </p:nvCxnSpPr>
        <p:spPr>
          <a:xfrm xmlns:a="http://schemas.openxmlformats.org/drawingml/2006/main" flipV="1">
            <a:off x="948507" y="2329777"/>
            <a:ext cx="152385" cy="38976"/>
          </a:xfrm>
          <a:prstGeom xmlns:a="http://schemas.openxmlformats.org/drawingml/2006/main" prst="straightConnector1">
            <a:avLst/>
          </a:prstGeom>
          <a:ln xmlns:a="http://schemas.openxmlformats.org/drawingml/2006/main" w="2263">
            <a:solidFill>
              <a:srgbClr val="A1ADB8"/>
            </a:solidFill>
            <a:tailEnd type="none" w="sm" len="sm"/>
          </a:ln>
        </p:spPr>
      </p:cxnSp>
      <p:sp>
        <p:nvSpPr>
          <p:cNvPr id="251" name="anchor-76">
            <a:extLst xmlns:a="http://schemas.openxmlformats.org/drawingml/2006/main">
              <a:ext uri="{FF2B5EF4-FFF2-40B4-BE49-F238E27FC236}">
                <a16:creationId xmlns:a16="http://schemas.microsoft.com/office/drawing/2014/main" id="{36297D3A-7B17-4C78-A570-42A3F411EA7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47501" y="2368250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2" name="anchor-77">
            <a:extLst xmlns:a="http://schemas.openxmlformats.org/drawingml/2006/main">
              <a:ext uri="{FF2B5EF4-FFF2-40B4-BE49-F238E27FC236}">
                <a16:creationId xmlns:a16="http://schemas.microsoft.com/office/drawing/2014/main" id="{F391F373-4DC7-430F-BBD9-CAB22F4AFC1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0892" y="2407227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5" name="network-edge-78"/>
          <p:cNvCxnSpPr>
            <a:stCxn xmlns:a="http://schemas.openxmlformats.org/drawingml/2006/main" id="251" idx="3"/>
            <a:endCxn xmlns:a="http://schemas.openxmlformats.org/drawingml/2006/main" id="252" idx="1"/>
          </p:cNvCxnSpPr>
          <p:nvPr/>
        </p:nvCxnSpPr>
        <p:spPr>
          <a:xfrm xmlns:a="http://schemas.openxmlformats.org/drawingml/2006/main">
            <a:off x="948507" y="2368753"/>
            <a:ext cx="152385" cy="38977"/>
          </a:xfrm>
          <a:prstGeom xmlns:a="http://schemas.openxmlformats.org/drawingml/2006/main" prst="straightConnector1">
            <a:avLst/>
          </a:prstGeom>
          <a:ln xmlns:a="http://schemas.openxmlformats.org/drawingml/2006/main" w="2263">
            <a:solidFill>
              <a:srgbClr val="A1ADB8"/>
            </a:solidFill>
            <a:tailEnd type="none" w="sm" len="sm"/>
          </a:ln>
        </p:spPr>
      </p:cxnSp>
      <p:sp>
        <p:nvSpPr>
          <p:cNvPr id="254" name="anchor-79">
            <a:extLst xmlns:a="http://schemas.openxmlformats.org/drawingml/2006/main">
              <a:ext uri="{FF2B5EF4-FFF2-40B4-BE49-F238E27FC236}">
                <a16:creationId xmlns:a16="http://schemas.microsoft.com/office/drawing/2014/main" id="{3E941B74-DCA3-4221-9789-651E2BF6DFE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47501" y="2368250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5" name="anchor-80">
            <a:extLst xmlns:a="http://schemas.openxmlformats.org/drawingml/2006/main">
              <a:ext uri="{FF2B5EF4-FFF2-40B4-BE49-F238E27FC236}">
                <a16:creationId xmlns:a16="http://schemas.microsoft.com/office/drawing/2014/main" id="{E43F2CEC-6578-4CC3-BD7F-0E385AEDAA5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0892" y="2485179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8" name="network-edge-81"/>
          <p:cNvCxnSpPr>
            <a:stCxn xmlns:a="http://schemas.openxmlformats.org/drawingml/2006/main" id="254" idx="3"/>
            <a:endCxn xmlns:a="http://schemas.openxmlformats.org/drawingml/2006/main" id="255" idx="1"/>
          </p:cNvCxnSpPr>
          <p:nvPr/>
        </p:nvCxnSpPr>
        <p:spPr>
          <a:xfrm xmlns:a="http://schemas.openxmlformats.org/drawingml/2006/main">
            <a:off x="948507" y="2368753"/>
            <a:ext cx="152385" cy="116929"/>
          </a:xfrm>
          <a:prstGeom xmlns:a="http://schemas.openxmlformats.org/drawingml/2006/main" prst="straightConnector1">
            <a:avLst/>
          </a:prstGeom>
          <a:ln xmlns:a="http://schemas.openxmlformats.org/drawingml/2006/main" w="2263">
            <a:solidFill>
              <a:srgbClr val="A1ADB8"/>
            </a:solidFill>
            <a:tailEnd type="none" w="sm" len="sm"/>
          </a:ln>
        </p:spPr>
      </p:cxnSp>
      <p:sp>
        <p:nvSpPr>
          <p:cNvPr id="257" name="anchor-82">
            <a:extLst xmlns:a="http://schemas.openxmlformats.org/drawingml/2006/main">
              <a:ext uri="{FF2B5EF4-FFF2-40B4-BE49-F238E27FC236}">
                <a16:creationId xmlns:a16="http://schemas.microsoft.com/office/drawing/2014/main" id="{E6F85550-FD80-45C0-A084-14FBB9A35CA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47501" y="2472187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8" name="anchor-83">
            <a:extLst xmlns:a="http://schemas.openxmlformats.org/drawingml/2006/main">
              <a:ext uri="{FF2B5EF4-FFF2-40B4-BE49-F238E27FC236}">
                <a16:creationId xmlns:a16="http://schemas.microsoft.com/office/drawing/2014/main" id="{FFE3B41D-7B10-4CF8-BC08-AD2E80B8CC0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0892" y="2251321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1" name="network-edge-84"/>
          <p:cNvCxnSpPr>
            <a:stCxn xmlns:a="http://schemas.openxmlformats.org/drawingml/2006/main" id="257" idx="3"/>
            <a:endCxn xmlns:a="http://schemas.openxmlformats.org/drawingml/2006/main" id="258" idx="1"/>
          </p:cNvCxnSpPr>
          <p:nvPr/>
        </p:nvCxnSpPr>
        <p:spPr>
          <a:xfrm xmlns:a="http://schemas.openxmlformats.org/drawingml/2006/main" flipV="1">
            <a:off x="948507" y="2251824"/>
            <a:ext cx="152385" cy="220866"/>
          </a:xfrm>
          <a:prstGeom xmlns:a="http://schemas.openxmlformats.org/drawingml/2006/main" prst="straightConnector1">
            <a:avLst/>
          </a:prstGeom>
          <a:ln xmlns:a="http://schemas.openxmlformats.org/drawingml/2006/main" w="2263">
            <a:solidFill>
              <a:srgbClr val="A1ADB8"/>
            </a:solidFill>
            <a:tailEnd type="none" w="sm" len="sm"/>
          </a:ln>
        </p:spPr>
      </p:cxnSp>
      <p:sp>
        <p:nvSpPr>
          <p:cNvPr id="260" name="anchor-85">
            <a:extLst xmlns:a="http://schemas.openxmlformats.org/drawingml/2006/main">
              <a:ext uri="{FF2B5EF4-FFF2-40B4-BE49-F238E27FC236}">
                <a16:creationId xmlns:a16="http://schemas.microsoft.com/office/drawing/2014/main" id="{AFC61380-B51C-4F48-BDB6-0CC71AFF0F8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47501" y="2472187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1" name="anchor-86">
            <a:extLst xmlns:a="http://schemas.openxmlformats.org/drawingml/2006/main">
              <a:ext uri="{FF2B5EF4-FFF2-40B4-BE49-F238E27FC236}">
                <a16:creationId xmlns:a16="http://schemas.microsoft.com/office/drawing/2014/main" id="{CB087B53-3475-42F0-84FF-EBF9081203E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0892" y="2329274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4" name="network-edge-87"/>
          <p:cNvCxnSpPr>
            <a:stCxn xmlns:a="http://schemas.openxmlformats.org/drawingml/2006/main" id="260" idx="3"/>
            <a:endCxn xmlns:a="http://schemas.openxmlformats.org/drawingml/2006/main" id="261" idx="1"/>
          </p:cNvCxnSpPr>
          <p:nvPr/>
        </p:nvCxnSpPr>
        <p:spPr>
          <a:xfrm xmlns:a="http://schemas.openxmlformats.org/drawingml/2006/main" flipV="1">
            <a:off x="948507" y="2329777"/>
            <a:ext cx="152385" cy="142913"/>
          </a:xfrm>
          <a:prstGeom xmlns:a="http://schemas.openxmlformats.org/drawingml/2006/main" prst="straightConnector1">
            <a:avLst/>
          </a:prstGeom>
          <a:ln xmlns:a="http://schemas.openxmlformats.org/drawingml/2006/main" w="2263">
            <a:solidFill>
              <a:srgbClr val="A1ADB8"/>
            </a:solidFill>
            <a:tailEnd type="none" w="sm" len="sm"/>
          </a:ln>
        </p:spPr>
      </p:cxnSp>
      <p:sp>
        <p:nvSpPr>
          <p:cNvPr id="263" name="anchor-88">
            <a:extLst xmlns:a="http://schemas.openxmlformats.org/drawingml/2006/main">
              <a:ext uri="{FF2B5EF4-FFF2-40B4-BE49-F238E27FC236}">
                <a16:creationId xmlns:a16="http://schemas.microsoft.com/office/drawing/2014/main" id="{B5A4FF84-45D0-45E4-A4FA-8BA91994458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47501" y="2472187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4" name="anchor-89">
            <a:extLst xmlns:a="http://schemas.openxmlformats.org/drawingml/2006/main">
              <a:ext uri="{FF2B5EF4-FFF2-40B4-BE49-F238E27FC236}">
                <a16:creationId xmlns:a16="http://schemas.microsoft.com/office/drawing/2014/main" id="{7E0331A5-62BA-4946-BBAC-06964F3761E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0892" y="2407227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7" name="network-edge-90"/>
          <p:cNvCxnSpPr>
            <a:stCxn xmlns:a="http://schemas.openxmlformats.org/drawingml/2006/main" id="263" idx="3"/>
            <a:endCxn xmlns:a="http://schemas.openxmlformats.org/drawingml/2006/main" id="264" idx="1"/>
          </p:cNvCxnSpPr>
          <p:nvPr/>
        </p:nvCxnSpPr>
        <p:spPr>
          <a:xfrm xmlns:a="http://schemas.openxmlformats.org/drawingml/2006/main" flipV="1">
            <a:off x="948507" y="2407730"/>
            <a:ext cx="152385" cy="64960"/>
          </a:xfrm>
          <a:prstGeom xmlns:a="http://schemas.openxmlformats.org/drawingml/2006/main" prst="straightConnector1">
            <a:avLst/>
          </a:prstGeom>
          <a:ln xmlns:a="http://schemas.openxmlformats.org/drawingml/2006/main" w="2263">
            <a:solidFill>
              <a:srgbClr val="A1ADB8"/>
            </a:solidFill>
            <a:tailEnd type="none" w="sm" len="sm"/>
          </a:ln>
        </p:spPr>
      </p:cxnSp>
      <p:sp>
        <p:nvSpPr>
          <p:cNvPr id="266" name="anchor-91">
            <a:extLst xmlns:a="http://schemas.openxmlformats.org/drawingml/2006/main">
              <a:ext uri="{FF2B5EF4-FFF2-40B4-BE49-F238E27FC236}">
                <a16:creationId xmlns:a16="http://schemas.microsoft.com/office/drawing/2014/main" id="{6FCAC920-FADC-4093-BE67-04FEC40D722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47501" y="2472187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7" name="anchor-92">
            <a:extLst xmlns:a="http://schemas.openxmlformats.org/drawingml/2006/main">
              <a:ext uri="{FF2B5EF4-FFF2-40B4-BE49-F238E27FC236}">
                <a16:creationId xmlns:a16="http://schemas.microsoft.com/office/drawing/2014/main" id="{3F64521D-1B32-4BD3-9A7E-0D9D7F40B05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0892" y="2485179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0" name="network-edge-93"/>
          <p:cNvCxnSpPr>
            <a:stCxn xmlns:a="http://schemas.openxmlformats.org/drawingml/2006/main" id="266" idx="3"/>
            <a:endCxn xmlns:a="http://schemas.openxmlformats.org/drawingml/2006/main" id="267" idx="1"/>
          </p:cNvCxnSpPr>
          <p:nvPr/>
        </p:nvCxnSpPr>
        <p:spPr>
          <a:xfrm xmlns:a="http://schemas.openxmlformats.org/drawingml/2006/main">
            <a:off x="948507" y="2472690"/>
            <a:ext cx="152385" cy="12992"/>
          </a:xfrm>
          <a:prstGeom xmlns:a="http://schemas.openxmlformats.org/drawingml/2006/main" prst="straightConnector1">
            <a:avLst/>
          </a:prstGeom>
          <a:ln xmlns:a="http://schemas.openxmlformats.org/drawingml/2006/main" w="2263">
            <a:solidFill>
              <a:srgbClr val="A1ADB8"/>
            </a:solidFill>
            <a:tailEnd type="none" w="sm" len="sm"/>
          </a:ln>
        </p:spPr>
      </p:cxnSp>
      <p:sp>
        <p:nvSpPr>
          <p:cNvPr id="269" name="anchor-94">
            <a:extLst xmlns:a="http://schemas.openxmlformats.org/drawingml/2006/main">
              <a:ext uri="{FF2B5EF4-FFF2-40B4-BE49-F238E27FC236}">
                <a16:creationId xmlns:a16="http://schemas.microsoft.com/office/drawing/2014/main" id="{3CE11DAA-8E98-4CA0-A960-54075697CCE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0892" y="2251321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0" name="anchor-95">
            <a:extLst xmlns:a="http://schemas.openxmlformats.org/drawingml/2006/main">
              <a:ext uri="{FF2B5EF4-FFF2-40B4-BE49-F238E27FC236}">
                <a16:creationId xmlns:a16="http://schemas.microsoft.com/office/drawing/2014/main" id="{82827BAF-4039-4655-9019-DFEBAE89012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4282" y="2264313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3" name="network-edge-96"/>
          <p:cNvCxnSpPr>
            <a:stCxn xmlns:a="http://schemas.openxmlformats.org/drawingml/2006/main" id="269" idx="3"/>
            <a:endCxn xmlns:a="http://schemas.openxmlformats.org/drawingml/2006/main" id="270" idx="1"/>
          </p:cNvCxnSpPr>
          <p:nvPr/>
        </p:nvCxnSpPr>
        <p:spPr>
          <a:xfrm xmlns:a="http://schemas.openxmlformats.org/drawingml/2006/main">
            <a:off x="1101898" y="2251824"/>
            <a:ext cx="152384" cy="12992"/>
          </a:xfrm>
          <a:prstGeom xmlns:a="http://schemas.openxmlformats.org/drawingml/2006/main" prst="straightConnector1">
            <a:avLst/>
          </a:prstGeom>
          <a:ln xmlns:a="http://schemas.openxmlformats.org/drawingml/2006/main" w="2263">
            <a:solidFill>
              <a:srgbClr val="A1ADB8"/>
            </a:solidFill>
            <a:tailEnd type="none" w="sm" len="sm"/>
          </a:ln>
        </p:spPr>
      </p:cxnSp>
      <p:sp>
        <p:nvSpPr>
          <p:cNvPr id="272" name="anchor-97">
            <a:extLst xmlns:a="http://schemas.openxmlformats.org/drawingml/2006/main">
              <a:ext uri="{FF2B5EF4-FFF2-40B4-BE49-F238E27FC236}">
                <a16:creationId xmlns:a16="http://schemas.microsoft.com/office/drawing/2014/main" id="{2461AB71-6220-40FF-832B-E9B26FF6663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0892" y="2251321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3" name="anchor-98">
            <a:extLst xmlns:a="http://schemas.openxmlformats.org/drawingml/2006/main">
              <a:ext uri="{FF2B5EF4-FFF2-40B4-BE49-F238E27FC236}">
                <a16:creationId xmlns:a16="http://schemas.microsoft.com/office/drawing/2014/main" id="{6BE52FFC-A71F-44A3-AEB0-C2C20E60EA4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4282" y="2368250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6" name="network-edge-99"/>
          <p:cNvCxnSpPr>
            <a:stCxn xmlns:a="http://schemas.openxmlformats.org/drawingml/2006/main" id="272" idx="3"/>
            <a:endCxn xmlns:a="http://schemas.openxmlformats.org/drawingml/2006/main" id="273" idx="1"/>
          </p:cNvCxnSpPr>
          <p:nvPr/>
        </p:nvCxnSpPr>
        <p:spPr>
          <a:xfrm xmlns:a="http://schemas.openxmlformats.org/drawingml/2006/main">
            <a:off x="1101898" y="2251824"/>
            <a:ext cx="152384" cy="116929"/>
          </a:xfrm>
          <a:prstGeom xmlns:a="http://schemas.openxmlformats.org/drawingml/2006/main" prst="straightConnector1">
            <a:avLst/>
          </a:prstGeom>
          <a:ln xmlns:a="http://schemas.openxmlformats.org/drawingml/2006/main" w="2263">
            <a:solidFill>
              <a:srgbClr val="A1ADB8"/>
            </a:solidFill>
            <a:tailEnd type="none" w="sm" len="sm"/>
          </a:ln>
        </p:spPr>
      </p:cxnSp>
      <p:sp>
        <p:nvSpPr>
          <p:cNvPr id="275" name="anchor-100">
            <a:extLst xmlns:a="http://schemas.openxmlformats.org/drawingml/2006/main">
              <a:ext uri="{FF2B5EF4-FFF2-40B4-BE49-F238E27FC236}">
                <a16:creationId xmlns:a16="http://schemas.microsoft.com/office/drawing/2014/main" id="{F0EEF58C-D773-48F5-8CCC-25C82DD5975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0892" y="2251321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6" name="anchor-101">
            <a:extLst xmlns:a="http://schemas.openxmlformats.org/drawingml/2006/main">
              <a:ext uri="{FF2B5EF4-FFF2-40B4-BE49-F238E27FC236}">
                <a16:creationId xmlns:a16="http://schemas.microsoft.com/office/drawing/2014/main" id="{AC008042-C467-46F8-9B9E-690D04A31E7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4282" y="2472187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9" name="network-edge-102"/>
          <p:cNvCxnSpPr>
            <a:stCxn xmlns:a="http://schemas.openxmlformats.org/drawingml/2006/main" id="275" idx="3"/>
            <a:endCxn xmlns:a="http://schemas.openxmlformats.org/drawingml/2006/main" id="276" idx="1"/>
          </p:cNvCxnSpPr>
          <p:nvPr/>
        </p:nvCxnSpPr>
        <p:spPr>
          <a:xfrm xmlns:a="http://schemas.openxmlformats.org/drawingml/2006/main">
            <a:off x="1101898" y="2251824"/>
            <a:ext cx="152384" cy="220866"/>
          </a:xfrm>
          <a:prstGeom xmlns:a="http://schemas.openxmlformats.org/drawingml/2006/main" prst="straightConnector1">
            <a:avLst/>
          </a:prstGeom>
          <a:ln xmlns:a="http://schemas.openxmlformats.org/drawingml/2006/main" w="2263">
            <a:solidFill>
              <a:srgbClr val="A1ADB8"/>
            </a:solidFill>
            <a:tailEnd type="none" w="sm" len="sm"/>
          </a:ln>
        </p:spPr>
      </p:cxnSp>
      <p:sp>
        <p:nvSpPr>
          <p:cNvPr id="278" name="anchor-103">
            <a:extLst xmlns:a="http://schemas.openxmlformats.org/drawingml/2006/main">
              <a:ext uri="{FF2B5EF4-FFF2-40B4-BE49-F238E27FC236}">
                <a16:creationId xmlns:a16="http://schemas.microsoft.com/office/drawing/2014/main" id="{56F9CB2A-EE22-409C-A560-8803599978C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0892" y="2329274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9" name="anchor-104">
            <a:extLst xmlns:a="http://schemas.openxmlformats.org/drawingml/2006/main">
              <a:ext uri="{FF2B5EF4-FFF2-40B4-BE49-F238E27FC236}">
                <a16:creationId xmlns:a16="http://schemas.microsoft.com/office/drawing/2014/main" id="{ABB7897B-8A85-4708-A658-F841ED3E31D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4282" y="2264313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2" name="network-edge-105"/>
          <p:cNvCxnSpPr>
            <a:stCxn xmlns:a="http://schemas.openxmlformats.org/drawingml/2006/main" id="278" idx="3"/>
            <a:endCxn xmlns:a="http://schemas.openxmlformats.org/drawingml/2006/main" id="279" idx="1"/>
          </p:cNvCxnSpPr>
          <p:nvPr/>
        </p:nvCxnSpPr>
        <p:spPr>
          <a:xfrm xmlns:a="http://schemas.openxmlformats.org/drawingml/2006/main" flipV="1">
            <a:off x="1101898" y="2264816"/>
            <a:ext cx="152384" cy="64961"/>
          </a:xfrm>
          <a:prstGeom xmlns:a="http://schemas.openxmlformats.org/drawingml/2006/main" prst="straightConnector1">
            <a:avLst/>
          </a:prstGeom>
          <a:ln xmlns:a="http://schemas.openxmlformats.org/drawingml/2006/main" w="2263">
            <a:solidFill>
              <a:srgbClr val="A1ADB8"/>
            </a:solidFill>
            <a:tailEnd type="none" w="sm" len="sm"/>
          </a:ln>
        </p:spPr>
      </p:cxnSp>
      <p:sp>
        <p:nvSpPr>
          <p:cNvPr id="281" name="anchor-106">
            <a:extLst xmlns:a="http://schemas.openxmlformats.org/drawingml/2006/main">
              <a:ext uri="{FF2B5EF4-FFF2-40B4-BE49-F238E27FC236}">
                <a16:creationId xmlns:a16="http://schemas.microsoft.com/office/drawing/2014/main" id="{352DCEDD-BBF6-4D5B-957C-416E9CDCB52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0892" y="2329274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2" name="anchor-107">
            <a:extLst xmlns:a="http://schemas.openxmlformats.org/drawingml/2006/main">
              <a:ext uri="{FF2B5EF4-FFF2-40B4-BE49-F238E27FC236}">
                <a16:creationId xmlns:a16="http://schemas.microsoft.com/office/drawing/2014/main" id="{9B47701A-200D-401D-BAA1-086D9A2E026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4282" y="2368250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5" name="network-edge-108"/>
          <p:cNvCxnSpPr>
            <a:stCxn xmlns:a="http://schemas.openxmlformats.org/drawingml/2006/main" id="281" idx="3"/>
            <a:endCxn xmlns:a="http://schemas.openxmlformats.org/drawingml/2006/main" id="282" idx="1"/>
          </p:cNvCxnSpPr>
          <p:nvPr/>
        </p:nvCxnSpPr>
        <p:spPr>
          <a:xfrm xmlns:a="http://schemas.openxmlformats.org/drawingml/2006/main">
            <a:off x="1101898" y="2329777"/>
            <a:ext cx="152384" cy="38976"/>
          </a:xfrm>
          <a:prstGeom xmlns:a="http://schemas.openxmlformats.org/drawingml/2006/main" prst="straightConnector1">
            <a:avLst/>
          </a:prstGeom>
          <a:ln xmlns:a="http://schemas.openxmlformats.org/drawingml/2006/main" w="2263">
            <a:solidFill>
              <a:srgbClr val="A1ADB8"/>
            </a:solidFill>
            <a:tailEnd type="none" w="sm" len="sm"/>
          </a:ln>
        </p:spPr>
      </p:cxnSp>
      <p:sp>
        <p:nvSpPr>
          <p:cNvPr id="284" name="anchor-109">
            <a:extLst xmlns:a="http://schemas.openxmlformats.org/drawingml/2006/main">
              <a:ext uri="{FF2B5EF4-FFF2-40B4-BE49-F238E27FC236}">
                <a16:creationId xmlns:a16="http://schemas.microsoft.com/office/drawing/2014/main" id="{FA47DD3F-2642-4BCC-A8C1-04437C378A5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0892" y="2329274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5" name="anchor-110">
            <a:extLst xmlns:a="http://schemas.openxmlformats.org/drawingml/2006/main">
              <a:ext uri="{FF2B5EF4-FFF2-40B4-BE49-F238E27FC236}">
                <a16:creationId xmlns:a16="http://schemas.microsoft.com/office/drawing/2014/main" id="{D7EEAF10-9C98-4512-AF96-98EB583AB9C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4282" y="2472187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8" name="network-edge-111"/>
          <p:cNvCxnSpPr>
            <a:stCxn xmlns:a="http://schemas.openxmlformats.org/drawingml/2006/main" id="284" idx="3"/>
            <a:endCxn xmlns:a="http://schemas.openxmlformats.org/drawingml/2006/main" id="285" idx="1"/>
          </p:cNvCxnSpPr>
          <p:nvPr/>
        </p:nvCxnSpPr>
        <p:spPr>
          <a:xfrm xmlns:a="http://schemas.openxmlformats.org/drawingml/2006/main">
            <a:off x="1101898" y="2329777"/>
            <a:ext cx="152384" cy="142913"/>
          </a:xfrm>
          <a:prstGeom xmlns:a="http://schemas.openxmlformats.org/drawingml/2006/main" prst="straightConnector1">
            <a:avLst/>
          </a:prstGeom>
          <a:ln xmlns:a="http://schemas.openxmlformats.org/drawingml/2006/main" w="2263">
            <a:solidFill>
              <a:srgbClr val="A1ADB8"/>
            </a:solidFill>
            <a:tailEnd type="none" w="sm" len="sm"/>
          </a:ln>
        </p:spPr>
      </p:cxnSp>
      <p:sp>
        <p:nvSpPr>
          <p:cNvPr id="287" name="anchor-112">
            <a:extLst xmlns:a="http://schemas.openxmlformats.org/drawingml/2006/main">
              <a:ext uri="{FF2B5EF4-FFF2-40B4-BE49-F238E27FC236}">
                <a16:creationId xmlns:a16="http://schemas.microsoft.com/office/drawing/2014/main" id="{687B9223-EE3D-48A7-8E33-C5B2DF3061A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0892" y="2407227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8" name="anchor-113">
            <a:extLst xmlns:a="http://schemas.openxmlformats.org/drawingml/2006/main">
              <a:ext uri="{FF2B5EF4-FFF2-40B4-BE49-F238E27FC236}">
                <a16:creationId xmlns:a16="http://schemas.microsoft.com/office/drawing/2014/main" id="{1EE74B1B-0BAD-49DB-A233-D14ABEBA6C3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4282" y="2264313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1" name="network-edge-114"/>
          <p:cNvCxnSpPr>
            <a:stCxn xmlns:a="http://schemas.openxmlformats.org/drawingml/2006/main" id="287" idx="3"/>
            <a:endCxn xmlns:a="http://schemas.openxmlformats.org/drawingml/2006/main" id="288" idx="1"/>
          </p:cNvCxnSpPr>
          <p:nvPr/>
        </p:nvCxnSpPr>
        <p:spPr>
          <a:xfrm xmlns:a="http://schemas.openxmlformats.org/drawingml/2006/main" flipV="1">
            <a:off x="1101898" y="2264816"/>
            <a:ext cx="152384" cy="142914"/>
          </a:xfrm>
          <a:prstGeom xmlns:a="http://schemas.openxmlformats.org/drawingml/2006/main" prst="straightConnector1">
            <a:avLst/>
          </a:prstGeom>
          <a:ln xmlns:a="http://schemas.openxmlformats.org/drawingml/2006/main" w="2263">
            <a:solidFill>
              <a:srgbClr val="A1ADB8"/>
            </a:solidFill>
            <a:tailEnd type="none" w="sm" len="sm"/>
          </a:ln>
        </p:spPr>
      </p:cxnSp>
      <p:sp>
        <p:nvSpPr>
          <p:cNvPr id="290" name="anchor-115">
            <a:extLst xmlns:a="http://schemas.openxmlformats.org/drawingml/2006/main">
              <a:ext uri="{FF2B5EF4-FFF2-40B4-BE49-F238E27FC236}">
                <a16:creationId xmlns:a16="http://schemas.microsoft.com/office/drawing/2014/main" id="{8702DDD7-FE7A-4195-8A71-9FACEC715A8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0892" y="2407227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1" name="anchor-116">
            <a:extLst xmlns:a="http://schemas.openxmlformats.org/drawingml/2006/main">
              <a:ext uri="{FF2B5EF4-FFF2-40B4-BE49-F238E27FC236}">
                <a16:creationId xmlns:a16="http://schemas.microsoft.com/office/drawing/2014/main" id="{58EC4DB7-13C7-450F-A810-D4AB0DB09E1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4282" y="2368250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4" name="network-edge-117"/>
          <p:cNvCxnSpPr>
            <a:stCxn xmlns:a="http://schemas.openxmlformats.org/drawingml/2006/main" id="290" idx="3"/>
            <a:endCxn xmlns:a="http://schemas.openxmlformats.org/drawingml/2006/main" id="291" idx="1"/>
          </p:cNvCxnSpPr>
          <p:nvPr/>
        </p:nvCxnSpPr>
        <p:spPr>
          <a:xfrm xmlns:a="http://schemas.openxmlformats.org/drawingml/2006/main" flipV="1">
            <a:off x="1101898" y="2368753"/>
            <a:ext cx="152384" cy="38977"/>
          </a:xfrm>
          <a:prstGeom xmlns:a="http://schemas.openxmlformats.org/drawingml/2006/main" prst="straightConnector1">
            <a:avLst/>
          </a:prstGeom>
          <a:ln xmlns:a="http://schemas.openxmlformats.org/drawingml/2006/main" w="2263">
            <a:solidFill>
              <a:srgbClr val="A1ADB8"/>
            </a:solidFill>
            <a:tailEnd type="none" w="sm" len="sm"/>
          </a:ln>
        </p:spPr>
      </p:cxnSp>
      <p:sp>
        <p:nvSpPr>
          <p:cNvPr id="293" name="anchor-118">
            <a:extLst xmlns:a="http://schemas.openxmlformats.org/drawingml/2006/main">
              <a:ext uri="{FF2B5EF4-FFF2-40B4-BE49-F238E27FC236}">
                <a16:creationId xmlns:a16="http://schemas.microsoft.com/office/drawing/2014/main" id="{6750CFF8-668D-48E7-B4BA-1179A6E1705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0892" y="2407227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4" name="anchor-119">
            <a:extLst xmlns:a="http://schemas.openxmlformats.org/drawingml/2006/main">
              <a:ext uri="{FF2B5EF4-FFF2-40B4-BE49-F238E27FC236}">
                <a16:creationId xmlns:a16="http://schemas.microsoft.com/office/drawing/2014/main" id="{A5BC6762-DEC3-4B09-B567-17F005C0301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4282" y="2472187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7" name="network-edge-120"/>
          <p:cNvCxnSpPr>
            <a:stCxn xmlns:a="http://schemas.openxmlformats.org/drawingml/2006/main" id="293" idx="3"/>
            <a:endCxn xmlns:a="http://schemas.openxmlformats.org/drawingml/2006/main" id="294" idx="1"/>
          </p:cNvCxnSpPr>
          <p:nvPr/>
        </p:nvCxnSpPr>
        <p:spPr>
          <a:xfrm xmlns:a="http://schemas.openxmlformats.org/drawingml/2006/main">
            <a:off x="1101898" y="2407730"/>
            <a:ext cx="152384" cy="64960"/>
          </a:xfrm>
          <a:prstGeom xmlns:a="http://schemas.openxmlformats.org/drawingml/2006/main" prst="straightConnector1">
            <a:avLst/>
          </a:prstGeom>
          <a:ln xmlns:a="http://schemas.openxmlformats.org/drawingml/2006/main" w="2263">
            <a:solidFill>
              <a:srgbClr val="A1ADB8"/>
            </a:solidFill>
            <a:tailEnd type="none" w="sm" len="sm"/>
          </a:ln>
        </p:spPr>
      </p:cxnSp>
      <p:sp>
        <p:nvSpPr>
          <p:cNvPr id="296" name="anchor-121">
            <a:extLst xmlns:a="http://schemas.openxmlformats.org/drawingml/2006/main">
              <a:ext uri="{FF2B5EF4-FFF2-40B4-BE49-F238E27FC236}">
                <a16:creationId xmlns:a16="http://schemas.microsoft.com/office/drawing/2014/main" id="{D805F47B-1555-4936-AFE1-4966C137E9A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0892" y="2485179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7" name="anchor-122">
            <a:extLst xmlns:a="http://schemas.openxmlformats.org/drawingml/2006/main">
              <a:ext uri="{FF2B5EF4-FFF2-40B4-BE49-F238E27FC236}">
                <a16:creationId xmlns:a16="http://schemas.microsoft.com/office/drawing/2014/main" id="{778D06C9-39BB-4F7B-9D57-800C1D8F676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4282" y="2264313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0" name="network-edge-123"/>
          <p:cNvCxnSpPr>
            <a:stCxn xmlns:a="http://schemas.openxmlformats.org/drawingml/2006/main" id="296" idx="3"/>
            <a:endCxn xmlns:a="http://schemas.openxmlformats.org/drawingml/2006/main" id="297" idx="1"/>
          </p:cNvCxnSpPr>
          <p:nvPr/>
        </p:nvCxnSpPr>
        <p:spPr>
          <a:xfrm xmlns:a="http://schemas.openxmlformats.org/drawingml/2006/main" flipV="1">
            <a:off x="1101898" y="2264816"/>
            <a:ext cx="152384" cy="220866"/>
          </a:xfrm>
          <a:prstGeom xmlns:a="http://schemas.openxmlformats.org/drawingml/2006/main" prst="straightConnector1">
            <a:avLst/>
          </a:prstGeom>
          <a:ln xmlns:a="http://schemas.openxmlformats.org/drawingml/2006/main" w="2263">
            <a:solidFill>
              <a:srgbClr val="A1ADB8"/>
            </a:solidFill>
            <a:tailEnd type="none" w="sm" len="sm"/>
          </a:ln>
        </p:spPr>
      </p:cxnSp>
      <p:sp>
        <p:nvSpPr>
          <p:cNvPr id="299" name="anchor-124">
            <a:extLst xmlns:a="http://schemas.openxmlformats.org/drawingml/2006/main">
              <a:ext uri="{FF2B5EF4-FFF2-40B4-BE49-F238E27FC236}">
                <a16:creationId xmlns:a16="http://schemas.microsoft.com/office/drawing/2014/main" id="{A185AEDC-C30C-44B8-A8DB-0A30647C8DE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0892" y="2485179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0" name="anchor-125">
            <a:extLst xmlns:a="http://schemas.openxmlformats.org/drawingml/2006/main">
              <a:ext uri="{FF2B5EF4-FFF2-40B4-BE49-F238E27FC236}">
                <a16:creationId xmlns:a16="http://schemas.microsoft.com/office/drawing/2014/main" id="{96544886-D255-4655-9C3C-DA3387034BE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4282" y="2368250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3" name="network-edge-126"/>
          <p:cNvCxnSpPr>
            <a:stCxn xmlns:a="http://schemas.openxmlformats.org/drawingml/2006/main" id="299" idx="3"/>
            <a:endCxn xmlns:a="http://schemas.openxmlformats.org/drawingml/2006/main" id="300" idx="1"/>
          </p:cNvCxnSpPr>
          <p:nvPr/>
        </p:nvCxnSpPr>
        <p:spPr>
          <a:xfrm xmlns:a="http://schemas.openxmlformats.org/drawingml/2006/main" flipV="1">
            <a:off x="1101898" y="2368753"/>
            <a:ext cx="152384" cy="116929"/>
          </a:xfrm>
          <a:prstGeom xmlns:a="http://schemas.openxmlformats.org/drawingml/2006/main" prst="straightConnector1">
            <a:avLst/>
          </a:prstGeom>
          <a:ln xmlns:a="http://schemas.openxmlformats.org/drawingml/2006/main" w="2263">
            <a:solidFill>
              <a:srgbClr val="A1ADB8"/>
            </a:solidFill>
            <a:tailEnd type="none" w="sm" len="sm"/>
          </a:ln>
        </p:spPr>
      </p:cxnSp>
      <p:sp>
        <p:nvSpPr>
          <p:cNvPr id="302" name="anchor-127">
            <a:extLst xmlns:a="http://schemas.openxmlformats.org/drawingml/2006/main">
              <a:ext uri="{FF2B5EF4-FFF2-40B4-BE49-F238E27FC236}">
                <a16:creationId xmlns:a16="http://schemas.microsoft.com/office/drawing/2014/main" id="{409CF6A0-092D-4F53-BF7F-09DACB62011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0892" y="2485179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3" name="anchor-128">
            <a:extLst xmlns:a="http://schemas.openxmlformats.org/drawingml/2006/main">
              <a:ext uri="{FF2B5EF4-FFF2-40B4-BE49-F238E27FC236}">
                <a16:creationId xmlns:a16="http://schemas.microsoft.com/office/drawing/2014/main" id="{E1DCB707-8AC0-49DF-974F-B0E3BBE18EE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4282" y="2472187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6" name="network-edge-129"/>
          <p:cNvCxnSpPr>
            <a:stCxn xmlns:a="http://schemas.openxmlformats.org/drawingml/2006/main" id="302" idx="3"/>
            <a:endCxn xmlns:a="http://schemas.openxmlformats.org/drawingml/2006/main" id="303" idx="1"/>
          </p:cNvCxnSpPr>
          <p:nvPr/>
        </p:nvCxnSpPr>
        <p:spPr>
          <a:xfrm xmlns:a="http://schemas.openxmlformats.org/drawingml/2006/main" flipV="1">
            <a:off x="1101898" y="2472690"/>
            <a:ext cx="152384" cy="12992"/>
          </a:xfrm>
          <a:prstGeom xmlns:a="http://schemas.openxmlformats.org/drawingml/2006/main" prst="straightConnector1">
            <a:avLst/>
          </a:prstGeom>
          <a:ln xmlns:a="http://schemas.openxmlformats.org/drawingml/2006/main" w="2263">
            <a:solidFill>
              <a:srgbClr val="A1ADB8"/>
            </a:solidFill>
            <a:tailEnd type="none" w="sm" len="sm"/>
          </a:ln>
        </p:spPr>
      </p:cxnSp>
      <p:sp>
        <p:nvSpPr>
          <p:cNvPr id="305" name="shared-local-mlp-0-0">
            <a:extLst xmlns:a="http://schemas.openxmlformats.org/drawingml/2006/main">
              <a:ext uri="{FF2B5EF4-FFF2-40B4-BE49-F238E27FC236}">
                <a16:creationId xmlns:a16="http://schemas.microsoft.com/office/drawing/2014/main" id="{69EC0E0D-2D87-4842-994E-1496F54AE47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25373" y="2242185"/>
            <a:ext cx="45263" cy="452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DF2"/>
          </a:solidFill>
          <a:ln xmlns:a="http://schemas.openxmlformats.org/drawingml/2006/main" w="5029">
            <a:solidFill>
              <a:srgbClr val="64696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6" name="shared-local-mlp-0-1">
            <a:extLst xmlns:a="http://schemas.openxmlformats.org/drawingml/2006/main">
              <a:ext uri="{FF2B5EF4-FFF2-40B4-BE49-F238E27FC236}">
                <a16:creationId xmlns:a16="http://schemas.microsoft.com/office/drawing/2014/main" id="{D1046C01-3CCE-410E-B7D7-FFBAC9454CD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25373" y="2346122"/>
            <a:ext cx="45263" cy="452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DF2"/>
          </a:solidFill>
          <a:ln xmlns:a="http://schemas.openxmlformats.org/drawingml/2006/main" w="5029">
            <a:solidFill>
              <a:srgbClr val="64696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7" name="shared-local-mlp-0-2">
            <a:extLst xmlns:a="http://schemas.openxmlformats.org/drawingml/2006/main">
              <a:ext uri="{FF2B5EF4-FFF2-40B4-BE49-F238E27FC236}">
                <a16:creationId xmlns:a16="http://schemas.microsoft.com/office/drawing/2014/main" id="{F4981881-B2BE-4E45-8B6A-976F45529E4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25373" y="2450059"/>
            <a:ext cx="45263" cy="452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DF2"/>
          </a:solidFill>
          <a:ln xmlns:a="http://schemas.openxmlformats.org/drawingml/2006/main" w="5029">
            <a:solidFill>
              <a:srgbClr val="64696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8" name="shared-local-mlp-1-0">
            <a:extLst xmlns:a="http://schemas.openxmlformats.org/drawingml/2006/main">
              <a:ext uri="{FF2B5EF4-FFF2-40B4-BE49-F238E27FC236}">
                <a16:creationId xmlns:a16="http://schemas.microsoft.com/office/drawing/2014/main" id="{0FB5D7C8-FAAA-46BC-AA7C-9AFFAAAE29A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78763" y="2229193"/>
            <a:ext cx="45263" cy="452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DF2"/>
          </a:solidFill>
          <a:ln xmlns:a="http://schemas.openxmlformats.org/drawingml/2006/main" w="5029">
            <a:solidFill>
              <a:srgbClr val="64696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9" name="shared-local-mlp-1-1">
            <a:extLst xmlns:a="http://schemas.openxmlformats.org/drawingml/2006/main">
              <a:ext uri="{FF2B5EF4-FFF2-40B4-BE49-F238E27FC236}">
                <a16:creationId xmlns:a16="http://schemas.microsoft.com/office/drawing/2014/main" id="{0AAC8B12-81F0-4BB2-BBC5-072F805CFE9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78763" y="2307146"/>
            <a:ext cx="45263" cy="452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DF2"/>
          </a:solidFill>
          <a:ln xmlns:a="http://schemas.openxmlformats.org/drawingml/2006/main" w="5029">
            <a:solidFill>
              <a:srgbClr val="64696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0" name="shared-local-mlp-1-2">
            <a:extLst xmlns:a="http://schemas.openxmlformats.org/drawingml/2006/main">
              <a:ext uri="{FF2B5EF4-FFF2-40B4-BE49-F238E27FC236}">
                <a16:creationId xmlns:a16="http://schemas.microsoft.com/office/drawing/2014/main" id="{F5A3E3BE-0DE4-43BB-AEC4-0D51C783C3A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78763" y="2385098"/>
            <a:ext cx="45263" cy="452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DF2"/>
          </a:solidFill>
          <a:ln xmlns:a="http://schemas.openxmlformats.org/drawingml/2006/main" w="5029">
            <a:solidFill>
              <a:srgbClr val="64696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1" name="shared-local-mlp-1-3">
            <a:extLst xmlns:a="http://schemas.openxmlformats.org/drawingml/2006/main">
              <a:ext uri="{FF2B5EF4-FFF2-40B4-BE49-F238E27FC236}">
                <a16:creationId xmlns:a16="http://schemas.microsoft.com/office/drawing/2014/main" id="{F31ED1B2-F902-410A-AF98-F6DBAB665AA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78763" y="2463051"/>
            <a:ext cx="45263" cy="452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DF2"/>
          </a:solidFill>
          <a:ln xmlns:a="http://schemas.openxmlformats.org/drawingml/2006/main" w="5029">
            <a:solidFill>
              <a:srgbClr val="64696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2" name="shared-local-mlp-2-0">
            <a:extLst xmlns:a="http://schemas.openxmlformats.org/drawingml/2006/main">
              <a:ext uri="{FF2B5EF4-FFF2-40B4-BE49-F238E27FC236}">
                <a16:creationId xmlns:a16="http://schemas.microsoft.com/office/drawing/2014/main" id="{D6E97944-C568-4682-97AD-0D71AE0B872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32154" y="2242185"/>
            <a:ext cx="45263" cy="452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DF2"/>
          </a:solidFill>
          <a:ln xmlns:a="http://schemas.openxmlformats.org/drawingml/2006/main" w="5029">
            <a:solidFill>
              <a:srgbClr val="64696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3" name="shared-local-mlp-2-1">
            <a:extLst xmlns:a="http://schemas.openxmlformats.org/drawingml/2006/main">
              <a:ext uri="{FF2B5EF4-FFF2-40B4-BE49-F238E27FC236}">
                <a16:creationId xmlns:a16="http://schemas.microsoft.com/office/drawing/2014/main" id="{716D031A-8E67-416F-B280-6F554BB60CC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32154" y="2346122"/>
            <a:ext cx="45263" cy="452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DF2"/>
          </a:solidFill>
          <a:ln xmlns:a="http://schemas.openxmlformats.org/drawingml/2006/main" w="5029">
            <a:solidFill>
              <a:srgbClr val="64696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4" name="shared-local-mlp-2-2">
            <a:extLst xmlns:a="http://schemas.openxmlformats.org/drawingml/2006/main">
              <a:ext uri="{FF2B5EF4-FFF2-40B4-BE49-F238E27FC236}">
                <a16:creationId xmlns:a16="http://schemas.microsoft.com/office/drawing/2014/main" id="{B2F7F5C6-D73E-4102-A827-D67861398D5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32154" y="2450059"/>
            <a:ext cx="45263" cy="452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DF2"/>
          </a:solidFill>
          <a:ln xmlns:a="http://schemas.openxmlformats.org/drawingml/2006/main" w="5029">
            <a:solidFill>
              <a:srgbClr val="64696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5" name="shared-local-mlp-bounds">
            <a:extLst xmlns:a="http://schemas.openxmlformats.org/drawingml/2006/main">
              <a:ext uri="{FF2B5EF4-FFF2-40B4-BE49-F238E27FC236}">
                <a16:creationId xmlns:a16="http://schemas.microsoft.com/office/drawing/2014/main" id="{EFA43DE0-1BC4-41CB-88AD-C04D8762379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22858" y="2200275"/>
            <a:ext cx="357073" cy="336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8" name="flow-segment-130"/>
          <p:cNvCxnSpPr>
            <a:stCxn xmlns:a="http://schemas.openxmlformats.org/drawingml/2006/main" id="229" idx="3"/>
            <a:endCxn xmlns:a="http://schemas.openxmlformats.org/drawingml/2006/main" id="315" idx="1"/>
          </p:cNvCxnSpPr>
          <p:nvPr/>
        </p:nvCxnSpPr>
        <p:spPr>
          <a:xfrm xmlns:a="http://schemas.openxmlformats.org/drawingml/2006/main" flipV="1">
            <a:off x="701573" y="2368753"/>
            <a:ext cx="221285" cy="0"/>
          </a:xfrm>
          <a:prstGeom xmlns:a="http://schemas.openxmlformats.org/drawingml/2006/main" prst="straightConnector1">
            <a:avLst/>
          </a:prstGeom>
          <a:ln xmlns:a="http://schemas.openxmlformats.org/drawingml/2006/main" w="10058">
            <a:solidFill>
              <a:srgbClr val="64696E"/>
            </a:solidFill>
            <a:tailEnd type="triangle" w="med" len="med"/>
          </a:ln>
        </p:spPr>
      </p:cxnSp>
      <p:grpSp>
        <p:nvGrpSpPr>
          <p:cNvPr id="980" name="Editable local-grading-logits"/>
          <p:cNvGrpSpPr/>
          <p:nvPr/>
        </p:nvGrpSpPr>
        <p:grpSpPr>
          <ns1:xfrm xmlns:ns1="http://schemas.openxmlformats.org/drawingml/2006/main">
            <ns1:off x="1664665" y="2212848"/>
            <ns1:ext cx="311811" cy="311810"/>
            <ns1:chOff x="1664665" y="2212848"/>
            <ns1:chExt cx="311811" cy="311810"/>
          </ns1:xfrm>
        </p:grpSpPr>
        <p:sp>
          <p:nvSpPr>
            <p:cNvPr id="317" name="local-grading-logits-sheet2">
              <a:extLst xmlns:a="http://schemas.openxmlformats.org/drawingml/2006/main">
                <a:ext uri="{FF2B5EF4-FFF2-40B4-BE49-F238E27FC236}">
                  <a16:creationId xmlns:a16="http://schemas.microsoft.com/office/drawing/2014/main" id="{592E0BAC-9B5F-4E6E-A748-97C95E55E15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25016" y="2212848"/>
              <a:ext cx="251460" cy="25146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7F9FB"/>
            </a:solidFill>
            <a:ln xmlns:a="http://schemas.openxmlformats.org/drawingml/2006/main" w="4778">
              <a:solidFill>
                <a:srgbClr val="64696E"/>
              </a:solidFill>
            </a:ln>
          </p:spPr>
        </p:sp>
        <p:sp>
          <p:nvSpPr>
            <p:cNvPr id="318" name="local-grading-logits-sheet2-v1">
              <a:extLst xmlns:a="http://schemas.openxmlformats.org/drawingml/2006/main">
                <a:ext uri="{FF2B5EF4-FFF2-40B4-BE49-F238E27FC236}">
                  <a16:creationId xmlns:a16="http://schemas.microsoft.com/office/drawing/2014/main" id="{73FC847E-5675-4D7A-B35D-D6DC1E075CE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87881" y="2212848"/>
              <a:ext cx="2012" cy="25146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319" name="local-grading-logits-sheet2-h1">
              <a:extLst xmlns:a="http://schemas.openxmlformats.org/drawingml/2006/main">
                <a:ext uri="{FF2B5EF4-FFF2-40B4-BE49-F238E27FC236}">
                  <a16:creationId xmlns:a16="http://schemas.microsoft.com/office/drawing/2014/main" id="{666CFBBC-780D-403B-8F76-3B914C0D0A5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25016" y="2275713"/>
              <a:ext cx="251460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320" name="local-grading-logits-sheet2-v2">
              <a:extLst xmlns:a="http://schemas.openxmlformats.org/drawingml/2006/main">
                <a:ext uri="{FF2B5EF4-FFF2-40B4-BE49-F238E27FC236}">
                  <a16:creationId xmlns:a16="http://schemas.microsoft.com/office/drawing/2014/main" id="{AEDDE808-A13F-4100-BE38-C3FC0836FE9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50746" y="2212848"/>
              <a:ext cx="2012" cy="25146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321" name="local-grading-logits-sheet2-h2">
              <a:extLst xmlns:a="http://schemas.openxmlformats.org/drawingml/2006/main">
                <a:ext uri="{FF2B5EF4-FFF2-40B4-BE49-F238E27FC236}">
                  <a16:creationId xmlns:a16="http://schemas.microsoft.com/office/drawing/2014/main" id="{38B60429-2C10-46C6-A4CA-E3123B0FE4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25016" y="2338578"/>
              <a:ext cx="251460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322" name="local-grading-logits-sheet2-v3">
              <a:extLst xmlns:a="http://schemas.openxmlformats.org/drawingml/2006/main">
                <a:ext uri="{FF2B5EF4-FFF2-40B4-BE49-F238E27FC236}">
                  <a16:creationId xmlns:a16="http://schemas.microsoft.com/office/drawing/2014/main" id="{9F5AC81F-3252-43FD-A514-23132A774C3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13611" y="2212848"/>
              <a:ext cx="2012" cy="25146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323" name="local-grading-logits-sheet2-h3">
              <a:extLst xmlns:a="http://schemas.openxmlformats.org/drawingml/2006/main">
                <a:ext uri="{FF2B5EF4-FFF2-40B4-BE49-F238E27FC236}">
                  <a16:creationId xmlns:a16="http://schemas.microsoft.com/office/drawing/2014/main" id="{1CE195DD-9947-45E5-9353-7471AE04437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25016" y="2401443"/>
              <a:ext cx="251460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324" name="local-grading-logits-sheet1">
              <a:extLst xmlns:a="http://schemas.openxmlformats.org/drawingml/2006/main">
                <a:ext uri="{FF2B5EF4-FFF2-40B4-BE49-F238E27FC236}">
                  <a16:creationId xmlns:a16="http://schemas.microsoft.com/office/drawing/2014/main" id="{43780BA2-2234-40E6-844E-0D382D16780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94840" y="2243023"/>
              <a:ext cx="251460" cy="25146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7F9FB"/>
            </a:solidFill>
            <a:ln xmlns:a="http://schemas.openxmlformats.org/drawingml/2006/main" w="4778">
              <a:solidFill>
                <a:srgbClr val="64696E"/>
              </a:solidFill>
            </a:ln>
          </p:spPr>
        </p:sp>
        <p:sp>
          <p:nvSpPr>
            <p:cNvPr id="325" name="local-grading-logits-sheet1-v1">
              <a:extLst xmlns:a="http://schemas.openxmlformats.org/drawingml/2006/main">
                <a:ext uri="{FF2B5EF4-FFF2-40B4-BE49-F238E27FC236}">
                  <a16:creationId xmlns:a16="http://schemas.microsoft.com/office/drawing/2014/main" id="{5D0DA74E-C4CD-42B2-A6A4-337D20D6300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57705" y="2243023"/>
              <a:ext cx="2012" cy="25146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326" name="local-grading-logits-sheet1-h1">
              <a:extLst xmlns:a="http://schemas.openxmlformats.org/drawingml/2006/main">
                <a:ext uri="{FF2B5EF4-FFF2-40B4-BE49-F238E27FC236}">
                  <a16:creationId xmlns:a16="http://schemas.microsoft.com/office/drawing/2014/main" id="{4691A322-E075-4DA9-9DF3-9AA6BD7FDD9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94840" y="2305888"/>
              <a:ext cx="251460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327" name="local-grading-logits-sheet1-v2">
              <a:extLst xmlns:a="http://schemas.openxmlformats.org/drawingml/2006/main">
                <a:ext uri="{FF2B5EF4-FFF2-40B4-BE49-F238E27FC236}">
                  <a16:creationId xmlns:a16="http://schemas.microsoft.com/office/drawing/2014/main" id="{B4746426-34FC-407A-8F4C-036987CA407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20570" y="2243023"/>
              <a:ext cx="2012" cy="25146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328" name="local-grading-logits-sheet1-h2">
              <a:extLst xmlns:a="http://schemas.openxmlformats.org/drawingml/2006/main">
                <a:ext uri="{FF2B5EF4-FFF2-40B4-BE49-F238E27FC236}">
                  <a16:creationId xmlns:a16="http://schemas.microsoft.com/office/drawing/2014/main" id="{8F725161-5C65-4EB5-89B9-580F46592C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94840" y="2368753"/>
              <a:ext cx="251460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329" name="local-grading-logits-sheet1-v3">
              <a:extLst xmlns:a="http://schemas.openxmlformats.org/drawingml/2006/main">
                <a:ext uri="{FF2B5EF4-FFF2-40B4-BE49-F238E27FC236}">
                  <a16:creationId xmlns:a16="http://schemas.microsoft.com/office/drawing/2014/main" id="{9FE85B1E-7041-4035-B420-759EFB103F9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83435" y="2243023"/>
              <a:ext cx="2012" cy="25146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330" name="local-grading-logits-sheet1-h3">
              <a:extLst xmlns:a="http://schemas.openxmlformats.org/drawingml/2006/main">
                <a:ext uri="{FF2B5EF4-FFF2-40B4-BE49-F238E27FC236}">
                  <a16:creationId xmlns:a16="http://schemas.microsoft.com/office/drawing/2014/main" id="{7C270E79-E4B4-4266-8BE3-EF464BB4176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94840" y="2431618"/>
              <a:ext cx="251460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331" name="local-grading-logits-sheet0">
              <a:extLst xmlns:a="http://schemas.openxmlformats.org/drawingml/2006/main">
                <a:ext uri="{FF2B5EF4-FFF2-40B4-BE49-F238E27FC236}">
                  <a16:creationId xmlns:a16="http://schemas.microsoft.com/office/drawing/2014/main" id="{FA9AAEBF-4BC5-425E-84E7-0C57AC13F4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64665" y="2273198"/>
              <a:ext cx="251460" cy="25146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7EDF2"/>
            </a:solidFill>
            <a:ln xmlns:a="http://schemas.openxmlformats.org/drawingml/2006/main" w="4778">
              <a:solidFill>
                <a:srgbClr val="64696E"/>
              </a:solidFill>
            </a:ln>
          </p:spPr>
        </p:sp>
        <p:sp>
          <p:nvSpPr>
            <p:cNvPr id="332" name="local-grading-logits-sheet0-v1">
              <a:extLst xmlns:a="http://schemas.openxmlformats.org/drawingml/2006/main">
                <a:ext uri="{FF2B5EF4-FFF2-40B4-BE49-F238E27FC236}">
                  <a16:creationId xmlns:a16="http://schemas.microsoft.com/office/drawing/2014/main" id="{4454F7EB-ED1C-4721-909D-24E15828588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27530" y="2273198"/>
              <a:ext cx="2012" cy="25146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333" name="local-grading-logits-sheet0-h1">
              <a:extLst xmlns:a="http://schemas.openxmlformats.org/drawingml/2006/main">
                <a:ext uri="{FF2B5EF4-FFF2-40B4-BE49-F238E27FC236}">
                  <a16:creationId xmlns:a16="http://schemas.microsoft.com/office/drawing/2014/main" id="{6212F9BE-D0AF-422B-B9E8-F0F664761B7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64665" y="2336063"/>
              <a:ext cx="251460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334" name="local-grading-logits-sheet0-v2">
              <a:extLst xmlns:a="http://schemas.openxmlformats.org/drawingml/2006/main">
                <a:ext uri="{FF2B5EF4-FFF2-40B4-BE49-F238E27FC236}">
                  <a16:creationId xmlns:a16="http://schemas.microsoft.com/office/drawing/2014/main" id="{D7AFE3FA-30D8-4BA5-9252-B18BE82FC36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90395" y="2273198"/>
              <a:ext cx="2012" cy="25146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335" name="local-grading-logits-sheet0-h2">
              <a:extLst xmlns:a="http://schemas.openxmlformats.org/drawingml/2006/main">
                <a:ext uri="{FF2B5EF4-FFF2-40B4-BE49-F238E27FC236}">
                  <a16:creationId xmlns:a16="http://schemas.microsoft.com/office/drawing/2014/main" id="{6FEA218B-F610-4C49-B046-43B8DB26B0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64665" y="2398928"/>
              <a:ext cx="251460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336" name="local-grading-logits-sheet0-v3">
              <a:extLst xmlns:a="http://schemas.openxmlformats.org/drawingml/2006/main">
                <a:ext uri="{FF2B5EF4-FFF2-40B4-BE49-F238E27FC236}">
                  <a16:creationId xmlns:a16="http://schemas.microsoft.com/office/drawing/2014/main" id="{0A65C916-1F4C-48EA-8CD8-7AD29BB562B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53260" y="2273198"/>
              <a:ext cx="2012" cy="25146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337" name="local-grading-logits-sheet0-h3">
              <a:extLst xmlns:a="http://schemas.openxmlformats.org/drawingml/2006/main">
                <a:ext uri="{FF2B5EF4-FFF2-40B4-BE49-F238E27FC236}">
                  <a16:creationId xmlns:a16="http://schemas.microsoft.com/office/drawing/2014/main" id="{948FC124-2024-4F6B-8342-247A7C50B2B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64665" y="2461793"/>
              <a:ext cx="251460" cy="20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5CFD7"/>
            </a:solidFill>
            <a:ln xmlns:a="http://schemas.openxmlformats.org/drawingml/2006/main" w="0">
              <a:noFill/>
            </a:ln>
          </p:spPr>
        </p:sp>
        <p:sp>
          <p:nvSpPr>
            <p:cNvPr id="338" name="local-grading-logits-bounds">
              <a:extLst xmlns:a="http://schemas.openxmlformats.org/drawingml/2006/main">
                <a:ext uri="{FF2B5EF4-FFF2-40B4-BE49-F238E27FC236}">
                  <a16:creationId xmlns:a16="http://schemas.microsoft.com/office/drawing/2014/main" id="{BA57E4F3-CF84-4120-AB98-A586DCB8D3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64665" y="2212848"/>
              <a:ext cx="311810" cy="3118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</p:sp>
      </p:grpSp>
      <p:cxnSp>
        <p:nvCxnSpPr>
          <p:cNvPr id="831" name="flow-segment-131"/>
          <p:cNvCxnSpPr>
            <a:stCxn xmlns:a="http://schemas.openxmlformats.org/drawingml/2006/main" id="315" idx="3"/>
            <a:endCxn xmlns:a="http://schemas.openxmlformats.org/drawingml/2006/main" id="338" idx="1"/>
          </p:cNvCxnSpPr>
          <p:nvPr/>
        </p:nvCxnSpPr>
        <p:spPr>
          <a:xfrm xmlns:a="http://schemas.openxmlformats.org/drawingml/2006/main">
            <a:off x="1279931" y="2368753"/>
            <a:ext cx="384734" cy="0"/>
          </a:xfrm>
          <a:prstGeom xmlns:a="http://schemas.openxmlformats.org/drawingml/2006/main" prst="straightConnector1">
            <a:avLst/>
          </a:prstGeom>
          <a:ln xmlns:a="http://schemas.openxmlformats.org/drawingml/2006/main" w="10058">
            <a:solidFill>
              <a:srgbClr val="64696E"/>
            </a:solidFill>
            <a:tailEnd type="triangle" w="med" len="med"/>
          </a:ln>
        </p:spPr>
      </p:cxnSp>
      <p:sp>
        <p:nvSpPr>
          <p:cNvPr id="340" name="spatial-pooling">
            <a:extLst xmlns:a="http://schemas.openxmlformats.org/drawingml/2006/main">
              <a:ext uri="{FF2B5EF4-FFF2-40B4-BE49-F238E27FC236}">
                <a16:creationId xmlns:a16="http://schemas.microsoft.com/office/drawing/2014/main" id="{24704106-3125-4506-96DC-7EDE159C998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66239" y="2283257"/>
            <a:ext cx="170993" cy="1709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29">
            <a:solidFill>
              <a:srgbClr val="64696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50">
                <a:solidFill>
                  <a:srgbClr val="20252A"/>
                </a:solidFill>
                <a:latin typeface="Cambria Math"/>
                <a:ea typeface="Cambria Math"/>
                <a:cs typeface="Cambria Math"/>
              </a:defRPr>
            </a:pPr>
            <a:r>
              <a:rPr sz="850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∑</a:t>
            </a:r>
          </a:p>
        </p:txBody>
      </p:sp>
      <p:cxnSp>
        <p:nvCxnSpPr>
          <p:cNvPr id="833" name="flow-segment-132"/>
          <p:cNvCxnSpPr>
            <a:stCxn xmlns:a="http://schemas.openxmlformats.org/drawingml/2006/main" id="338" idx="3"/>
            <a:endCxn xmlns:a="http://schemas.openxmlformats.org/drawingml/2006/main" id="340" idx="2"/>
          </p:cNvCxnSpPr>
          <p:nvPr/>
        </p:nvCxnSpPr>
        <p:spPr>
          <a:xfrm xmlns:a="http://schemas.openxmlformats.org/drawingml/2006/main">
            <a:off x="1976475" y="2368753"/>
            <a:ext cx="389764" cy="0"/>
          </a:xfrm>
          <a:prstGeom xmlns:a="http://schemas.openxmlformats.org/drawingml/2006/main" prst="straightConnector1">
            <a:avLst/>
          </a:prstGeom>
          <a:ln xmlns:a="http://schemas.openxmlformats.org/drawingml/2006/main" w="10058">
            <a:solidFill>
              <a:srgbClr val="64696E"/>
            </a:solidFill>
            <a:tailEnd type="triangle" w="med" len="med"/>
          </a:ln>
        </p:spPr>
      </p:cxnSp>
      <p:sp>
        <p:nvSpPr>
          <p:cNvPr id="342" name="w-continuation">
            <a:extLst xmlns:a="http://schemas.openxmlformats.org/drawingml/2006/main">
              <a:ext uri="{FF2B5EF4-FFF2-40B4-BE49-F238E27FC236}">
                <a16:creationId xmlns:a16="http://schemas.microsoft.com/office/drawing/2014/main" id="{07EB3C61-0F70-481F-BC03-940D040DE31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48636" y="2117293"/>
            <a:ext cx="206197" cy="115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0252A"/>
                </a:solidFill>
                <a:latin typeface="Cambria Math"/>
                <a:ea typeface="Cambria Math"/>
                <a:cs typeface="Cambria Math"/>
              </a:defRPr>
            </a:pP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wᵤ</a:t>
            </a:r>
          </a:p>
        </p:txBody>
      </p:sp>
      <p:cxnSp>
        <p:nvCxnSpPr>
          <p:cNvPr id="835" name="flow-segment-133"/>
          <p:cNvCxnSpPr>
            <a:stCxn xmlns:a="http://schemas.openxmlformats.org/drawingml/2006/main" id="342" idx="2"/>
            <a:endCxn xmlns:a="http://schemas.openxmlformats.org/drawingml/2006/main" id="340" idx="0"/>
          </p:cNvCxnSpPr>
          <p:nvPr/>
        </p:nvCxnSpPr>
        <p:spPr>
          <a:xfrm xmlns:a="http://schemas.openxmlformats.org/drawingml/2006/main">
            <a:off x="2451735" y="2232965"/>
            <a:ext cx="1" cy="50292"/>
          </a:xfrm>
          <a:prstGeom xmlns:a="http://schemas.openxmlformats.org/drawingml/2006/main" prst="straightConnector1">
            <a:avLst/>
          </a:prstGeom>
          <a:ln xmlns:a="http://schemas.openxmlformats.org/drawingml/2006/main" w="6789">
            <a:solidFill>
              <a:srgbClr val="64696E"/>
            </a:solidFill>
            <a:tailEnd type="triangle" w="sm" len="sm"/>
          </a:ln>
        </p:spPr>
      </p:cxnSp>
      <p:grpSp>
        <p:nvGrpSpPr>
          <p:cNvPr id="981" name="Editable regional-correction-D"/>
          <p:cNvGrpSpPr/>
          <p:nvPr/>
        </p:nvGrpSpPr>
        <p:grpSpPr>
          <ns1:xfrm xmlns:ns1="http://schemas.openxmlformats.org/drawingml/2006/main">
            <ns1:off x="2916936" y="2192731"/>
            <ns1:ext cx="85496" cy="352044"/>
            <ns1:chOff x="2916936" y="2192731"/>
            <ns1:chExt cx="85496" cy="352044"/>
          </ns1:xfrm>
        </p:grpSpPr>
        <p:sp>
          <p:nvSpPr>
            <p:cNvPr id="344" name="regional-correction-D">
              <a:extLst xmlns:a="http://schemas.openxmlformats.org/drawingml/2006/main">
                <a:ext uri="{FF2B5EF4-FFF2-40B4-BE49-F238E27FC236}">
                  <a16:creationId xmlns:a16="http://schemas.microsoft.com/office/drawing/2014/main" id="{7AB86434-098C-4923-8F99-BF7EB9DC4A9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16936" y="2192731"/>
              <a:ext cx="85496" cy="3520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7EDF2"/>
            </a:solidFill>
            <a:ln xmlns:a="http://schemas.openxmlformats.org/drawingml/2006/main" w="4526">
              <a:solidFill>
                <a:srgbClr val="64696E"/>
              </a:solidFill>
            </a:ln>
          </p:spPr>
        </p:sp>
        <p:sp>
          <p:nvSpPr>
            <p:cNvPr id="345" name="regional-correction-D-cell1">
              <a:extLst xmlns:a="http://schemas.openxmlformats.org/drawingml/2006/main">
                <a:ext uri="{FF2B5EF4-FFF2-40B4-BE49-F238E27FC236}">
                  <a16:creationId xmlns:a16="http://schemas.microsoft.com/office/drawing/2014/main" id="{65BCA6D6-FFED-459B-8413-8C2C271312E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16936" y="2231847"/>
              <a:ext cx="85496" cy="251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346" name="regional-correction-D-cell2">
              <a:extLst xmlns:a="http://schemas.openxmlformats.org/drawingml/2006/main">
                <a:ext uri="{FF2B5EF4-FFF2-40B4-BE49-F238E27FC236}">
                  <a16:creationId xmlns:a16="http://schemas.microsoft.com/office/drawing/2014/main" id="{2510C160-806A-46A3-AEF2-B2A2560659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16936" y="2270963"/>
              <a:ext cx="85496" cy="251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347" name="regional-correction-D-cell3">
              <a:extLst xmlns:a="http://schemas.openxmlformats.org/drawingml/2006/main">
                <a:ext uri="{FF2B5EF4-FFF2-40B4-BE49-F238E27FC236}">
                  <a16:creationId xmlns:a16="http://schemas.microsoft.com/office/drawing/2014/main" id="{BBB98C35-EE4C-44D4-92B0-D6912514F2D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16936" y="2310079"/>
              <a:ext cx="85496" cy="251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348" name="regional-correction-D-cell4">
              <a:extLst xmlns:a="http://schemas.openxmlformats.org/drawingml/2006/main">
                <a:ext uri="{FF2B5EF4-FFF2-40B4-BE49-F238E27FC236}">
                  <a16:creationId xmlns:a16="http://schemas.microsoft.com/office/drawing/2014/main" id="{E5DBCD10-4B98-47B7-ACA5-693A463C5B1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16936" y="2349195"/>
              <a:ext cx="85496" cy="251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349" name="regional-correction-D-cell5">
              <a:extLst xmlns:a="http://schemas.openxmlformats.org/drawingml/2006/main">
                <a:ext uri="{FF2B5EF4-FFF2-40B4-BE49-F238E27FC236}">
                  <a16:creationId xmlns:a16="http://schemas.microsoft.com/office/drawing/2014/main" id="{8EACDB61-E3C6-4C54-9966-749CC74B2EE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16936" y="2388311"/>
              <a:ext cx="85496" cy="251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350" name="regional-correction-D-cell6">
              <a:extLst xmlns:a="http://schemas.openxmlformats.org/drawingml/2006/main">
                <a:ext uri="{FF2B5EF4-FFF2-40B4-BE49-F238E27FC236}">
                  <a16:creationId xmlns:a16="http://schemas.microsoft.com/office/drawing/2014/main" id="{1C291B55-09EE-4F26-BEC6-FC1C314B80F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16936" y="2427427"/>
              <a:ext cx="85496" cy="251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351" name="regional-correction-D-cell7">
              <a:extLst xmlns:a="http://schemas.openxmlformats.org/drawingml/2006/main">
                <a:ext uri="{FF2B5EF4-FFF2-40B4-BE49-F238E27FC236}">
                  <a16:creationId xmlns:a16="http://schemas.microsoft.com/office/drawing/2014/main" id="{B5D96556-1CB1-4548-9389-F56DBA4238C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16936" y="2466543"/>
              <a:ext cx="85496" cy="251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352" name="regional-correction-D-cell8">
              <a:extLst xmlns:a="http://schemas.openxmlformats.org/drawingml/2006/main">
                <a:ext uri="{FF2B5EF4-FFF2-40B4-BE49-F238E27FC236}">
                  <a16:creationId xmlns:a16="http://schemas.microsoft.com/office/drawing/2014/main" id="{8352D0FF-AF26-43F1-9A0A-5F74482D63B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16936" y="2505659"/>
              <a:ext cx="85496" cy="251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</p:grpSp>
      <p:cxnSp>
        <p:nvCxnSpPr>
          <p:cNvPr id="845" name="flow-segment-134"/>
          <p:cNvCxnSpPr>
            <a:stCxn xmlns:a="http://schemas.openxmlformats.org/drawingml/2006/main" id="340" idx="6"/>
            <a:endCxn xmlns:a="http://schemas.openxmlformats.org/drawingml/2006/main" id="344" idx="1"/>
          </p:cNvCxnSpPr>
          <p:nvPr/>
        </p:nvCxnSpPr>
        <p:spPr>
          <a:xfrm xmlns:a="http://schemas.openxmlformats.org/drawingml/2006/main" flipV="1">
            <a:off x="2537232" y="2368753"/>
            <a:ext cx="379704" cy="0"/>
          </a:xfrm>
          <a:prstGeom xmlns:a="http://schemas.openxmlformats.org/drawingml/2006/main" prst="straightConnector1">
            <a:avLst/>
          </a:prstGeom>
          <a:ln xmlns:a="http://schemas.openxmlformats.org/drawingml/2006/main" w="10058">
            <a:solidFill>
              <a:srgbClr val="64696E"/>
            </a:solidFill>
            <a:tailEnd type="triangle" w="med" len="med"/>
          </a:ln>
        </p:spPr>
      </p:cxnSp>
      <p:sp>
        <p:nvSpPr>
          <p:cNvPr id="354" name="context-plus-regional">
            <a:extLst xmlns:a="http://schemas.openxmlformats.org/drawingml/2006/main">
              <a:ext uri="{FF2B5EF4-FFF2-40B4-BE49-F238E27FC236}">
                <a16:creationId xmlns:a16="http://schemas.microsoft.com/office/drawing/2014/main" id="{6D5E6141-B394-46BD-A954-DBEC8454BCA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76524" y="2298344"/>
            <a:ext cx="140818" cy="1408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29">
            <a:solidFill>
              <a:srgbClr val="64696E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50">
                <a:solidFill>
                  <a:srgbClr val="20252A"/>
                </a:solidFill>
                <a:latin typeface="Cambria Math"/>
                <a:ea typeface="Cambria Math"/>
                <a:cs typeface="Cambria Math"/>
              </a:defRPr>
            </a:pPr>
            <a:r>
              <a:rPr sz="850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+</a:t>
            </a:r>
          </a:p>
        </p:txBody>
      </p:sp>
      <p:cxnSp>
        <p:nvCxnSpPr>
          <p:cNvPr id="847" name="flow-segment-135"/>
          <p:cNvCxnSpPr>
            <a:stCxn xmlns:a="http://schemas.openxmlformats.org/drawingml/2006/main" id="344" idx="3"/>
            <a:endCxn xmlns:a="http://schemas.openxmlformats.org/drawingml/2006/main" id="354" idx="2"/>
          </p:cNvCxnSpPr>
          <p:nvPr/>
        </p:nvCxnSpPr>
        <p:spPr>
          <a:xfrm xmlns:a="http://schemas.openxmlformats.org/drawingml/2006/main">
            <a:off x="3002432" y="2368753"/>
            <a:ext cx="274092" cy="0"/>
          </a:xfrm>
          <a:prstGeom xmlns:a="http://schemas.openxmlformats.org/drawingml/2006/main" prst="straightConnector1">
            <a:avLst/>
          </a:prstGeom>
          <a:ln xmlns:a="http://schemas.openxmlformats.org/drawingml/2006/main" w="10058">
            <a:solidFill>
              <a:srgbClr val="64696E"/>
            </a:solidFill>
            <a:tailEnd type="triangle" w="med" len="med"/>
          </a:ln>
        </p:spPr>
      </p:cxnSp>
      <p:sp>
        <p:nvSpPr>
          <p:cNvPr id="356" name="b-continuation">
            <a:extLst xmlns:a="http://schemas.openxmlformats.org/drawingml/2006/main">
              <a:ext uri="{FF2B5EF4-FFF2-40B4-BE49-F238E27FC236}">
                <a16:creationId xmlns:a16="http://schemas.microsoft.com/office/drawing/2014/main" id="{BC908A75-CE19-4CF8-AC23-A31F8A488CC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66465" y="2117293"/>
            <a:ext cx="160934" cy="115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0252A"/>
                </a:solidFill>
                <a:latin typeface="Cambria Math"/>
                <a:ea typeface="Cambria Math"/>
                <a:cs typeface="Cambria Math"/>
              </a:defRPr>
            </a:pP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b</a:t>
            </a:r>
          </a:p>
        </p:txBody>
      </p:sp>
      <p:cxnSp>
        <p:nvCxnSpPr>
          <p:cNvPr id="849" name="flow-segment-136"/>
          <p:cNvCxnSpPr>
            <a:stCxn xmlns:a="http://schemas.openxmlformats.org/drawingml/2006/main" id="356" idx="2"/>
            <a:endCxn xmlns:a="http://schemas.openxmlformats.org/drawingml/2006/main" id="354" idx="0"/>
          </p:cNvCxnSpPr>
          <p:nvPr/>
        </p:nvCxnSpPr>
        <p:spPr>
          <a:xfrm xmlns:a="http://schemas.openxmlformats.org/drawingml/2006/main">
            <a:off x="3346932" y="2232965"/>
            <a:ext cx="1" cy="65379"/>
          </a:xfrm>
          <a:prstGeom xmlns:a="http://schemas.openxmlformats.org/drawingml/2006/main" prst="straightConnector1">
            <a:avLst/>
          </a:prstGeom>
          <a:ln xmlns:a="http://schemas.openxmlformats.org/drawingml/2006/main" w="6789">
            <a:solidFill>
              <a:srgbClr val="64696E"/>
            </a:solidFill>
            <a:tailEnd type="triangle" w="sm" len="sm"/>
          </a:ln>
        </p:spPr>
      </p:cxnSp>
      <p:sp>
        <p:nvSpPr>
          <p:cNvPr id="358" name="conditional-softmax">
            <a:extLst xmlns:a="http://schemas.openxmlformats.org/drawingml/2006/main">
              <a:ext uri="{FF2B5EF4-FFF2-40B4-BE49-F238E27FC236}">
                <a16:creationId xmlns:a16="http://schemas.microsoft.com/office/drawing/2014/main" id="{11B80315-E667-4200-9339-97B83E7A5BE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681374" y="2280742"/>
            <a:ext cx="452628" cy="176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526">
            <a:solidFill>
              <a:srgbClr val="64696E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softmax</a:t>
            </a:r>
          </a:p>
        </p:txBody>
      </p:sp>
      <p:cxnSp>
        <p:nvCxnSpPr>
          <p:cNvPr id="851" name="flow-segment-137"/>
          <p:cNvCxnSpPr>
            <a:stCxn xmlns:a="http://schemas.openxmlformats.org/drawingml/2006/main" id="354" idx="6"/>
            <a:endCxn xmlns:a="http://schemas.openxmlformats.org/drawingml/2006/main" id="358" idx="1"/>
          </p:cNvCxnSpPr>
          <p:nvPr/>
        </p:nvCxnSpPr>
        <p:spPr>
          <a:xfrm xmlns:a="http://schemas.openxmlformats.org/drawingml/2006/main">
            <a:off x="3417342" y="2368753"/>
            <a:ext cx="264032" cy="0"/>
          </a:xfrm>
          <a:prstGeom xmlns:a="http://schemas.openxmlformats.org/drawingml/2006/main" prst="straightConnector1">
            <a:avLst/>
          </a:prstGeom>
          <a:ln xmlns:a="http://schemas.openxmlformats.org/drawingml/2006/main" w="10058">
            <a:solidFill>
              <a:srgbClr val="64696E"/>
            </a:solidFill>
            <a:tailEnd type="triangle" w="med" len="med"/>
          </a:ln>
        </p:spPr>
      </p:cxnSp>
      <p:grpSp>
        <p:nvGrpSpPr>
          <p:cNvPr id="982" name="Editable conditional-distribution-pv"/>
          <p:cNvGrpSpPr/>
          <p:nvPr/>
        </p:nvGrpSpPr>
        <p:grpSpPr>
          <ns1:xfrm xmlns:ns1="http://schemas.openxmlformats.org/drawingml/2006/main">
            <ns1:off x="4563999" y="2192731"/>
            <ns1:ext cx="85496" cy="352044"/>
            <ns1:chOff x="4563999" y="2192731"/>
            <ns1:chExt cx="85496" cy="352044"/>
          </ns1:xfrm>
        </p:grpSpPr>
        <p:sp>
          <p:nvSpPr>
            <p:cNvPr id="360" name="conditional-distribution-pv">
              <a:extLst xmlns:a="http://schemas.openxmlformats.org/drawingml/2006/main">
                <a:ext uri="{FF2B5EF4-FFF2-40B4-BE49-F238E27FC236}">
                  <a16:creationId xmlns:a16="http://schemas.microsoft.com/office/drawing/2014/main" id="{A4FC8B4B-2A62-4D6A-8B9B-27868CADA94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63999" y="2192731"/>
              <a:ext cx="85496" cy="3520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7EDF2"/>
            </a:solidFill>
            <a:ln xmlns:a="http://schemas.openxmlformats.org/drawingml/2006/main" w="4526">
              <a:solidFill>
                <a:srgbClr val="64696E"/>
              </a:solidFill>
            </a:ln>
          </p:spPr>
        </p:sp>
        <p:sp>
          <p:nvSpPr>
            <p:cNvPr id="361" name="conditional-distribution-pv-cell1">
              <a:extLst xmlns:a="http://schemas.openxmlformats.org/drawingml/2006/main">
                <a:ext uri="{FF2B5EF4-FFF2-40B4-BE49-F238E27FC236}">
                  <a16:creationId xmlns:a16="http://schemas.microsoft.com/office/drawing/2014/main" id="{5675E3F0-28DC-4970-BD9B-E80B134BECE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63999" y="2231847"/>
              <a:ext cx="85496" cy="251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362" name="conditional-distribution-pv-cell2">
              <a:extLst xmlns:a="http://schemas.openxmlformats.org/drawingml/2006/main">
                <a:ext uri="{FF2B5EF4-FFF2-40B4-BE49-F238E27FC236}">
                  <a16:creationId xmlns:a16="http://schemas.microsoft.com/office/drawing/2014/main" id="{3F72CFAB-71B6-4856-977F-3094B0417CF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63999" y="2270963"/>
              <a:ext cx="85496" cy="251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363" name="conditional-distribution-pv-cell3">
              <a:extLst xmlns:a="http://schemas.openxmlformats.org/drawingml/2006/main">
                <a:ext uri="{FF2B5EF4-FFF2-40B4-BE49-F238E27FC236}">
                  <a16:creationId xmlns:a16="http://schemas.microsoft.com/office/drawing/2014/main" id="{3AE0EBD4-0BB8-4CEA-BCB5-E3E9248F8E8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63999" y="2310079"/>
              <a:ext cx="85496" cy="251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364" name="conditional-distribution-pv-cell4">
              <a:extLst xmlns:a="http://schemas.openxmlformats.org/drawingml/2006/main">
                <a:ext uri="{FF2B5EF4-FFF2-40B4-BE49-F238E27FC236}">
                  <a16:creationId xmlns:a16="http://schemas.microsoft.com/office/drawing/2014/main" id="{4C80E399-2151-44A0-B62C-E6B9337E1AC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63999" y="2349195"/>
              <a:ext cx="85496" cy="251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365" name="conditional-distribution-pv-cell5">
              <a:extLst xmlns:a="http://schemas.openxmlformats.org/drawingml/2006/main">
                <a:ext uri="{FF2B5EF4-FFF2-40B4-BE49-F238E27FC236}">
                  <a16:creationId xmlns:a16="http://schemas.microsoft.com/office/drawing/2014/main" id="{937B87A4-6340-4F9A-A105-E38648E6442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63999" y="2388311"/>
              <a:ext cx="85496" cy="251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366" name="conditional-distribution-pv-cell6">
              <a:extLst xmlns:a="http://schemas.openxmlformats.org/drawingml/2006/main">
                <a:ext uri="{FF2B5EF4-FFF2-40B4-BE49-F238E27FC236}">
                  <a16:creationId xmlns:a16="http://schemas.microsoft.com/office/drawing/2014/main" id="{0B37AD76-2246-44A4-9153-5C73D946A2F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63999" y="2427427"/>
              <a:ext cx="85496" cy="251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367" name="conditional-distribution-pv-cell7">
              <a:extLst xmlns:a="http://schemas.openxmlformats.org/drawingml/2006/main">
                <a:ext uri="{FF2B5EF4-FFF2-40B4-BE49-F238E27FC236}">
                  <a16:creationId xmlns:a16="http://schemas.microsoft.com/office/drawing/2014/main" id="{D9E77930-68CC-4DBA-A68D-534B5ED7293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63999" y="2466543"/>
              <a:ext cx="85496" cy="251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368" name="conditional-distribution-pv-cell8">
              <a:extLst xmlns:a="http://schemas.openxmlformats.org/drawingml/2006/main">
                <a:ext uri="{FF2B5EF4-FFF2-40B4-BE49-F238E27FC236}">
                  <a16:creationId xmlns:a16="http://schemas.microsoft.com/office/drawing/2014/main" id="{EE342095-BC6A-4941-8DB7-B8BB74D76B3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63999" y="2505659"/>
              <a:ext cx="85496" cy="251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</p:grpSp>
      <p:cxnSp>
        <p:nvCxnSpPr>
          <p:cNvPr id="861" name="flow-segment-138"/>
          <p:cNvCxnSpPr>
            <a:stCxn xmlns:a="http://schemas.openxmlformats.org/drawingml/2006/main" id="358" idx="3"/>
            <a:endCxn xmlns:a="http://schemas.openxmlformats.org/drawingml/2006/main" id="360" idx="1"/>
          </p:cNvCxnSpPr>
          <p:nvPr/>
        </p:nvCxnSpPr>
        <p:spPr>
          <a:xfrm xmlns:a="http://schemas.openxmlformats.org/drawingml/2006/main" flipV="1">
            <a:off x="4134002" y="2368753"/>
            <a:ext cx="429997" cy="0"/>
          </a:xfrm>
          <a:prstGeom xmlns:a="http://schemas.openxmlformats.org/drawingml/2006/main" prst="straightConnector1">
            <a:avLst/>
          </a:prstGeom>
          <a:ln xmlns:a="http://schemas.openxmlformats.org/drawingml/2006/main" w="10058">
            <a:solidFill>
              <a:srgbClr val="64696E"/>
            </a:solidFill>
            <a:tailEnd type="triangle" w="med" len="med"/>
          </a:ln>
        </p:spPr>
      </p:cxnSp>
      <p:sp>
        <p:nvSpPr>
          <p:cNvPr id="370" name="adapter-caption">
            <a:extLst xmlns:a="http://schemas.openxmlformats.org/drawingml/2006/main">
              <a:ext uri="{FF2B5EF4-FFF2-40B4-BE49-F238E27FC236}">
                <a16:creationId xmlns:a16="http://schemas.microsoft.com/office/drawing/2014/main" id="{DF37CA30-D750-4010-907F-28B6421769B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9121" y="2539746"/>
            <a:ext cx="603504" cy="226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View</a:t>
            </a:r>
          </a:p>
          <a:p xmlns:a="http://schemas.openxmlformats.org/drawingml/2006/main">
            <a:pPr algn="ctr">
              <a:defRPr sz="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adapter</a:t>
            </a:r>
          </a:p>
        </p:txBody>
      </p:sp>
      <p:sp>
        <p:nvSpPr>
          <p:cNvPr id="371" name="mlp-caption">
            <a:extLst xmlns:a="http://schemas.openxmlformats.org/drawingml/2006/main">
              <a:ext uri="{FF2B5EF4-FFF2-40B4-BE49-F238E27FC236}">
                <a16:creationId xmlns:a16="http://schemas.microsoft.com/office/drawing/2014/main" id="{8CC69BDA-6098-48BC-B080-3AE18DE5F25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2157" y="2539746"/>
            <a:ext cx="658825" cy="226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Shared</a:t>
            </a:r>
          </a:p>
          <a:p xmlns:a="http://schemas.openxmlformats.org/drawingml/2006/main">
            <a:pPr algn="ctr">
              <a:defRPr sz="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local MLP</a:t>
            </a:r>
          </a:p>
        </p:txBody>
      </p:sp>
      <p:sp>
        <p:nvSpPr>
          <p:cNvPr id="372" name="local-logits-caption">
            <a:extLst xmlns:a="http://schemas.openxmlformats.org/drawingml/2006/main">
              <a:ext uri="{FF2B5EF4-FFF2-40B4-BE49-F238E27FC236}">
                <a16:creationId xmlns:a16="http://schemas.microsoft.com/office/drawing/2014/main" id="{1259CBED-7502-4930-BE37-76332158A6B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50924" y="2539746"/>
            <a:ext cx="754380" cy="226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Local logits</a:t>
            </a:r>
          </a:p>
          <a:p xmlns:a="http://schemas.openxmlformats.org/drawingml/2006/main">
            <a:pPr algn="ctr">
              <a:defRPr sz="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850" b="0" i="1" baseline="0">
                <a:solidFill>
                  <a:srgbClr val="20252A"/>
                </a:solidFill>
                <a:latin typeface="Cambria Math"/>
                <a:ea typeface="Arial"/>
                <a:cs typeface="Arial"/>
              </a:rPr>
              <a:t>s</a:t>
            </a:r>
            <a:r>
              <a:rPr sz="612" b="0" i="1" baseline="-25000">
                <a:solidFill>
                  <a:srgbClr val="20252A"/>
                </a:solidFill>
                <a:latin typeface="Cambria Math"/>
                <a:ea typeface="Arial"/>
                <a:cs typeface="Arial"/>
              </a:rPr>
              <a:t>v</a:t>
            </a:r>
            <a:r>
              <a:rPr sz="612" b="0" i="0" baseline="-25000">
                <a:solidFill>
                  <a:srgbClr val="20252A"/>
                </a:solidFill>
                <a:latin typeface="Cambria Math"/>
                <a:ea typeface="Arial"/>
                <a:cs typeface="Arial"/>
              </a:rPr>
              <a:t>,</a:t>
            </a:r>
            <a:r>
              <a:rPr sz="612" b="0" i="1" baseline="-25000">
                <a:solidFill>
                  <a:srgbClr val="20252A"/>
                </a:solidFill>
                <a:latin typeface="Cambria Math"/>
                <a:ea typeface="Arial"/>
                <a:cs typeface="Arial"/>
              </a:rPr>
              <a:t>u</a:t>
            </a:r>
            <a:r>
              <a:rPr sz="850" b="0" i="0" baseline="0">
                <a:solidFill>
                  <a:srgbClr val="20252A"/>
                </a:solidFill>
                <a:latin typeface="Cambria Math"/>
                <a:ea typeface="Arial"/>
                <a:cs typeface="Arial"/>
              </a:rPr>
              <a:t> ∈ ℝ³⁶</a:t>
            </a:r>
          </a:p>
        </p:txBody>
      </p:sp>
      <p:sp>
        <p:nvSpPr>
          <p:cNvPr id="373" name="pool-caption">
            <a:extLst xmlns:a="http://schemas.openxmlformats.org/drawingml/2006/main">
              <a:ext uri="{FF2B5EF4-FFF2-40B4-BE49-F238E27FC236}">
                <a16:creationId xmlns:a16="http://schemas.microsoft.com/office/drawing/2014/main" id="{B7591E56-785A-4A62-862D-366C50F8007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87702" y="2539746"/>
            <a:ext cx="603504" cy="226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Weighted</a:t>
            </a:r>
          </a:p>
          <a:p xmlns:a="http://schemas.openxmlformats.org/drawingml/2006/main">
            <a:pPr algn="ctr">
              <a:defRPr sz="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sum</a:t>
            </a:r>
          </a:p>
        </p:txBody>
      </p:sp>
      <p:sp>
        <p:nvSpPr>
          <p:cNvPr id="374" name="D-caption">
            <a:extLst xmlns:a="http://schemas.openxmlformats.org/drawingml/2006/main">
              <a:ext uri="{FF2B5EF4-FFF2-40B4-BE49-F238E27FC236}">
                <a16:creationId xmlns:a16="http://schemas.microsoft.com/office/drawing/2014/main" id="{B32E4829-09E8-4027-AE30-BDDDF91C20B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69159" y="2597582"/>
            <a:ext cx="196139" cy="108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0252A"/>
                </a:solidFill>
                <a:latin typeface="Cambria Math"/>
                <a:ea typeface="Cambria Math"/>
                <a:cs typeface="Cambria Math"/>
              </a:defRPr>
            </a:pP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Dᵥ</a:t>
            </a:r>
          </a:p>
        </p:txBody>
      </p:sp>
      <p:sp>
        <p:nvSpPr>
          <p:cNvPr id="375" name="pv-caption">
            <a:extLst xmlns:a="http://schemas.openxmlformats.org/drawingml/2006/main">
              <a:ext uri="{FF2B5EF4-FFF2-40B4-BE49-F238E27FC236}">
                <a16:creationId xmlns:a16="http://schemas.microsoft.com/office/drawing/2014/main" id="{D28AE8F7-B1A2-4AF0-886F-DCF2B14BD62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08678" y="2597582"/>
            <a:ext cx="201168" cy="108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0252A"/>
                </a:solidFill>
                <a:latin typeface="Cambria Math"/>
                <a:ea typeface="Cambria Math"/>
                <a:cs typeface="Cambria Math"/>
              </a:defRPr>
            </a:pP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pᵥ</a:t>
            </a:r>
          </a:p>
        </p:txBody>
      </p:sp>
      <p:sp>
        <p:nvSpPr>
          <p:cNvPr id="376" name="q-continuation">
            <a:extLst xmlns:a="http://schemas.openxmlformats.org/drawingml/2006/main">
              <a:ext uri="{FF2B5EF4-FFF2-40B4-BE49-F238E27FC236}">
                <a16:creationId xmlns:a16="http://schemas.microsoft.com/office/drawing/2014/main" id="{D71ECA21-E550-4B6C-BAC8-9BBF97DA959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3274" y="2926994"/>
            <a:ext cx="163449" cy="115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0252A"/>
                </a:solidFill>
                <a:latin typeface="Cambria Math"/>
                <a:ea typeface="Cambria Math"/>
                <a:cs typeface="Cambria Math"/>
              </a:defRPr>
            </a:pP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q</a:t>
            </a:r>
          </a:p>
        </p:txBody>
      </p:sp>
      <p:sp>
        <p:nvSpPr>
          <p:cNvPr id="377" name="view-stop-gradient">
            <a:extLst xmlns:a="http://schemas.openxmlformats.org/drawingml/2006/main">
              <a:ext uri="{FF2B5EF4-FFF2-40B4-BE49-F238E27FC236}">
                <a16:creationId xmlns:a16="http://schemas.microsoft.com/office/drawing/2014/main" id="{FB25E6B0-A857-4AB0-BFED-6EB2002F548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7599" y="2919451"/>
            <a:ext cx="163449" cy="1307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526">
            <a:solidFill>
              <a:srgbClr val="64696E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0252A"/>
                </a:solidFill>
                <a:latin typeface="Cambria Math"/>
                <a:ea typeface="Cambria Math"/>
                <a:cs typeface="Cambria Math"/>
              </a:defRPr>
            </a:pPr>
            <a:r>
              <a:rPr sz="850" b="0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sg</a:t>
            </a:r>
          </a:p>
        </p:txBody>
      </p:sp>
      <p:cxnSp>
        <p:nvCxnSpPr>
          <p:cNvPr id="870" name="flow-segment-139"/>
          <p:cNvCxnSpPr>
            <a:stCxn xmlns:a="http://schemas.openxmlformats.org/drawingml/2006/main" id="376" idx="3"/>
            <a:endCxn xmlns:a="http://schemas.openxmlformats.org/drawingml/2006/main" id="377" idx="1"/>
          </p:cNvCxnSpPr>
          <p:nvPr/>
        </p:nvCxnSpPr>
        <p:spPr>
          <a:xfrm xmlns:a="http://schemas.openxmlformats.org/drawingml/2006/main">
            <a:off x="296723" y="2984830"/>
            <a:ext cx="150876" cy="0"/>
          </a:xfrm>
          <a:prstGeom xmlns:a="http://schemas.openxmlformats.org/drawingml/2006/main" prst="straightConnector1">
            <a:avLst/>
          </a:prstGeom>
          <a:ln xmlns:a="http://schemas.openxmlformats.org/drawingml/2006/main" w="7544">
            <a:solidFill>
              <a:srgbClr val="64696E"/>
            </a:solidFill>
            <a:tailEnd type="triangle" w="sm" len="sm"/>
          </a:ln>
        </p:spPr>
      </p:cxnSp>
      <p:sp>
        <p:nvSpPr>
          <p:cNvPr id="379" name="soft-probability-mixture">
            <a:extLst xmlns:a="http://schemas.openxmlformats.org/drawingml/2006/main">
              <a:ext uri="{FF2B5EF4-FFF2-40B4-BE49-F238E27FC236}">
                <a16:creationId xmlns:a16="http://schemas.microsoft.com/office/drawing/2014/main" id="{65E8285E-BE6F-4D01-AE84-A66B2A8D3C9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85139" y="2891790"/>
            <a:ext cx="1365428" cy="18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4526">
            <a:solidFill>
              <a:srgbClr val="64696E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0252A"/>
                </a:solidFill>
                <a:latin typeface="Cambria Math"/>
                <a:ea typeface="Cambria Math"/>
                <a:cs typeface="Cambria Math"/>
              </a:defRPr>
            </a:pP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850" b="0" i="0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 = ∑</a:t>
            </a: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ᵥ</a:t>
            </a:r>
            <a:r>
              <a:rPr sz="850" b="0" i="0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 sg(</a:t>
            </a: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qᵥ</a:t>
            </a:r>
            <a:r>
              <a:rPr sz="850" b="0" i="0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) </a:t>
            </a: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pᵥ</a:t>
            </a:r>
          </a:p>
        </p:txBody>
      </p:sp>
      <p:sp>
        <p:nvSpPr>
          <p:cNvPr id="380" name="anchor-140">
            <a:extLst xmlns:a="http://schemas.openxmlformats.org/drawingml/2006/main">
              <a:ext uri="{FF2B5EF4-FFF2-40B4-BE49-F238E27FC236}">
                <a16:creationId xmlns:a16="http://schemas.microsoft.com/office/drawing/2014/main" id="{C38D8745-82C5-4614-AC02-ACDC48B433F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35657" y="2368250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1" name="anchor-141">
            <a:extLst xmlns:a="http://schemas.openxmlformats.org/drawingml/2006/main">
              <a:ext uri="{FF2B5EF4-FFF2-40B4-BE49-F238E27FC236}">
                <a16:creationId xmlns:a16="http://schemas.microsoft.com/office/drawing/2014/main" id="{8D2B968F-EDC4-42B1-96E8-4335DAD2102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35657" y="2823393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2" name="anchor-142">
            <a:extLst xmlns:a="http://schemas.openxmlformats.org/drawingml/2006/main">
              <a:ext uri="{FF2B5EF4-FFF2-40B4-BE49-F238E27FC236}">
                <a16:creationId xmlns:a16="http://schemas.microsoft.com/office/drawing/2014/main" id="{8E5E44D2-BD79-4E8B-B4E6-19A8E2786F2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67350" y="2823393"/>
            <a:ext cx="1006" cy="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5" name="flow-segment-143"/>
          <p:cNvCxnSpPr>
            <a:stCxn xmlns:a="http://schemas.openxmlformats.org/drawingml/2006/main" id="360" idx="3"/>
            <a:endCxn xmlns:a="http://schemas.openxmlformats.org/drawingml/2006/main" id="380" idx="1"/>
          </p:cNvCxnSpPr>
          <p:nvPr/>
        </p:nvCxnSpPr>
        <p:spPr>
          <a:xfrm xmlns:a="http://schemas.openxmlformats.org/drawingml/2006/main">
            <a:off x="4649495" y="2368753"/>
            <a:ext cx="286162" cy="0"/>
          </a:xfrm>
          <a:prstGeom xmlns:a="http://schemas.openxmlformats.org/drawingml/2006/main" prst="straightConnector1">
            <a:avLst/>
          </a:prstGeom>
          <a:ln xmlns:a="http://schemas.openxmlformats.org/drawingml/2006/main" w="7292">
            <a:solidFill>
              <a:srgbClr val="64696E"/>
            </a:solidFill>
            <a:tailEnd type="none" w="sm" len="sm"/>
          </a:ln>
        </p:spPr>
      </p:cxnSp>
      <p:cxnSp>
        <p:nvCxnSpPr>
          <p:cNvPr id="876" name="flow-segment-144"/>
          <p:cNvCxnSpPr>
            <a:stCxn xmlns:a="http://schemas.openxmlformats.org/drawingml/2006/main" id="380" idx="2"/>
            <a:endCxn xmlns:a="http://schemas.openxmlformats.org/drawingml/2006/main" id="381" idx="0"/>
          </p:cNvCxnSpPr>
          <p:nvPr/>
        </p:nvCxnSpPr>
        <p:spPr>
          <a:xfrm xmlns:a="http://schemas.openxmlformats.org/drawingml/2006/main">
            <a:off x="4936160" y="2369256"/>
            <a:ext cx="0" cy="454137"/>
          </a:xfrm>
          <a:prstGeom xmlns:a="http://schemas.openxmlformats.org/drawingml/2006/main" prst="straightConnector1">
            <a:avLst/>
          </a:prstGeom>
          <a:ln xmlns:a="http://schemas.openxmlformats.org/drawingml/2006/main" w="7292">
            <a:solidFill>
              <a:srgbClr val="64696E"/>
            </a:solidFill>
            <a:tailEnd type="none" w="sm" len="sm"/>
          </a:ln>
        </p:spPr>
      </p:cxnSp>
      <p:cxnSp>
        <p:nvCxnSpPr>
          <p:cNvPr id="877" name="flow-segment-145"/>
          <p:cNvCxnSpPr>
            <a:stCxn xmlns:a="http://schemas.openxmlformats.org/drawingml/2006/main" id="381" idx="1"/>
            <a:endCxn xmlns:a="http://schemas.openxmlformats.org/drawingml/2006/main" id="382" idx="3"/>
          </p:cNvCxnSpPr>
          <p:nvPr/>
        </p:nvCxnSpPr>
        <p:spPr>
          <a:xfrm xmlns:a="http://schemas.openxmlformats.org/drawingml/2006/main" flipH="1">
            <a:off x="1568356" y="2823896"/>
            <a:ext cx="3367301" cy="0"/>
          </a:xfrm>
          <a:prstGeom xmlns:a="http://schemas.openxmlformats.org/drawingml/2006/main" prst="straightConnector1">
            <a:avLst/>
          </a:prstGeom>
          <a:ln xmlns:a="http://schemas.openxmlformats.org/drawingml/2006/main" w="7292">
            <a:solidFill>
              <a:srgbClr val="64696E"/>
            </a:solidFill>
            <a:tailEnd type="none" w="sm" len="sm"/>
          </a:ln>
        </p:spPr>
      </p:cxnSp>
      <p:cxnSp>
        <p:nvCxnSpPr>
          <p:cNvPr id="878" name="flow-segment-146"/>
          <p:cNvCxnSpPr>
            <a:stCxn xmlns:a="http://schemas.openxmlformats.org/drawingml/2006/main" id="382" idx="2"/>
            <a:endCxn xmlns:a="http://schemas.openxmlformats.org/drawingml/2006/main" id="379" idx="0"/>
          </p:cNvCxnSpPr>
          <p:nvPr/>
        </p:nvCxnSpPr>
        <p:spPr>
          <a:xfrm xmlns:a="http://schemas.openxmlformats.org/drawingml/2006/main">
            <a:off x="1567853" y="2824399"/>
            <a:ext cx="0" cy="67391"/>
          </a:xfrm>
          <a:prstGeom xmlns:a="http://schemas.openxmlformats.org/drawingml/2006/main" prst="straightConnector1">
            <a:avLst/>
          </a:prstGeom>
          <a:ln xmlns:a="http://schemas.openxmlformats.org/drawingml/2006/main" w="7292">
            <a:solidFill>
              <a:srgbClr val="64696E"/>
            </a:solidFill>
            <a:tailEnd type="triangle" w="sm" len="sm"/>
          </a:ln>
        </p:spPr>
      </p:cxnSp>
      <p:sp>
        <p:nvSpPr>
          <p:cNvPr id="387" name="six-distributions-label">
            <a:extLst xmlns:a="http://schemas.openxmlformats.org/drawingml/2006/main">
              <a:ext uri="{FF2B5EF4-FFF2-40B4-BE49-F238E27FC236}">
                <a16:creationId xmlns:a16="http://schemas.microsoft.com/office/drawing/2014/main" id="{B2FECFF2-71AE-4289-8394-67858856160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05531" y="2791206"/>
            <a:ext cx="560756" cy="955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0252A"/>
                </a:solidFill>
                <a:latin typeface="Cambria Math"/>
                <a:ea typeface="Cambria Math"/>
                <a:cs typeface="Cambria Math"/>
              </a:defRPr>
            </a:pP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850" b="0" i="0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₁,…,</a:t>
            </a: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850" b="0" i="0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₆</a:t>
            </a:r>
          </a:p>
        </p:txBody>
      </p:sp>
      <p:cxnSp>
        <p:nvCxnSpPr>
          <p:cNvPr id="880" name="flow-segment-147"/>
          <p:cNvCxnSpPr>
            <a:stCxn xmlns:a="http://schemas.openxmlformats.org/drawingml/2006/main" id="377" idx="3"/>
            <a:endCxn xmlns:a="http://schemas.openxmlformats.org/drawingml/2006/main" id="379" idx="1"/>
          </p:cNvCxnSpPr>
          <p:nvPr/>
        </p:nvCxnSpPr>
        <p:spPr>
          <a:xfrm xmlns:a="http://schemas.openxmlformats.org/drawingml/2006/main" flipV="1">
            <a:off x="611048" y="2984830"/>
            <a:ext cx="274091" cy="0"/>
          </a:xfrm>
          <a:prstGeom xmlns:a="http://schemas.openxmlformats.org/drawingml/2006/main" prst="straightConnector1">
            <a:avLst/>
          </a:prstGeom>
          <a:ln xmlns:a="http://schemas.openxmlformats.org/drawingml/2006/main" w="7544">
            <a:solidFill>
              <a:srgbClr val="64696E"/>
            </a:solidFill>
            <a:tailEnd type="triangle" w="sm" len="sm"/>
          </a:ln>
        </p:spPr>
      </p:cxnSp>
      <p:grpSp>
        <p:nvGrpSpPr>
          <p:cNvPr id="983" name="Editable final-36-bin-distribution"/>
          <p:cNvGrpSpPr/>
          <p:nvPr/>
        </p:nvGrpSpPr>
        <p:grpSpPr>
          <ns1:xfrm xmlns:ns1="http://schemas.openxmlformats.org/drawingml/2006/main">
            <ns1:off x="2650388" y="2844013"/>
            <ns1:ext cx="80467" cy="281635"/>
            <ns1:chOff x="2650388" y="2844013"/>
            <ns1:chExt cx="80467" cy="281635"/>
          </ns1:xfrm>
        </p:grpSpPr>
        <p:sp>
          <p:nvSpPr>
            <p:cNvPr id="389" name="final-36-bin-distribution">
              <a:extLst xmlns:a="http://schemas.openxmlformats.org/drawingml/2006/main">
                <a:ext uri="{FF2B5EF4-FFF2-40B4-BE49-F238E27FC236}">
                  <a16:creationId xmlns:a16="http://schemas.microsoft.com/office/drawing/2014/main" id="{5E3335EC-F206-42EF-B330-1917F4A7558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50388" y="2844013"/>
              <a:ext cx="80467" cy="28163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7EDF2"/>
            </a:solidFill>
            <a:ln xmlns:a="http://schemas.openxmlformats.org/drawingml/2006/main" w="4526">
              <a:solidFill>
                <a:srgbClr val="64696E"/>
              </a:solidFill>
            </a:ln>
          </p:spPr>
        </p:sp>
        <p:sp>
          <p:nvSpPr>
            <p:cNvPr id="390" name="final-36-bin-distribution-cell1">
              <a:extLst xmlns:a="http://schemas.openxmlformats.org/drawingml/2006/main">
                <a:ext uri="{FF2B5EF4-FFF2-40B4-BE49-F238E27FC236}">
                  <a16:creationId xmlns:a16="http://schemas.microsoft.com/office/drawing/2014/main" id="{E3BC8D6D-FCE3-437A-99F9-82B688FF3D9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50388" y="2875305"/>
              <a:ext cx="80467" cy="251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391" name="final-36-bin-distribution-cell2">
              <a:extLst xmlns:a="http://schemas.openxmlformats.org/drawingml/2006/main">
                <a:ext uri="{FF2B5EF4-FFF2-40B4-BE49-F238E27FC236}">
                  <a16:creationId xmlns:a16="http://schemas.microsoft.com/office/drawing/2014/main" id="{E0D6BD54-04B0-4735-A7E1-F2A69F008E8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50388" y="2906598"/>
              <a:ext cx="80467" cy="251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392" name="final-36-bin-distribution-cell3">
              <a:extLst xmlns:a="http://schemas.openxmlformats.org/drawingml/2006/main">
                <a:ext uri="{FF2B5EF4-FFF2-40B4-BE49-F238E27FC236}">
                  <a16:creationId xmlns:a16="http://schemas.microsoft.com/office/drawing/2014/main" id="{496A75DD-E0B5-4947-8446-62086D81D0B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50388" y="2937891"/>
              <a:ext cx="80467" cy="251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393" name="final-36-bin-distribution-cell4">
              <a:extLst xmlns:a="http://schemas.openxmlformats.org/drawingml/2006/main">
                <a:ext uri="{FF2B5EF4-FFF2-40B4-BE49-F238E27FC236}">
                  <a16:creationId xmlns:a16="http://schemas.microsoft.com/office/drawing/2014/main" id="{0B9A4224-CD38-40E3-9F78-7FAB66FEA64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50388" y="2969184"/>
              <a:ext cx="80467" cy="251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394" name="final-36-bin-distribution-cell5">
              <a:extLst xmlns:a="http://schemas.openxmlformats.org/drawingml/2006/main">
                <a:ext uri="{FF2B5EF4-FFF2-40B4-BE49-F238E27FC236}">
                  <a16:creationId xmlns:a16="http://schemas.microsoft.com/office/drawing/2014/main" id="{1EFD967C-0D2B-48C4-AA47-2B57BA01B1D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50388" y="3000477"/>
              <a:ext cx="80467" cy="251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395" name="final-36-bin-distribution-cell6">
              <a:extLst xmlns:a="http://schemas.openxmlformats.org/drawingml/2006/main">
                <a:ext uri="{FF2B5EF4-FFF2-40B4-BE49-F238E27FC236}">
                  <a16:creationId xmlns:a16="http://schemas.microsoft.com/office/drawing/2014/main" id="{3FF8A6CA-917A-4FFE-88A4-5D126788BE8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50388" y="3031769"/>
              <a:ext cx="80467" cy="251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396" name="final-36-bin-distribution-cell7">
              <a:extLst xmlns:a="http://schemas.openxmlformats.org/drawingml/2006/main">
                <a:ext uri="{FF2B5EF4-FFF2-40B4-BE49-F238E27FC236}">
                  <a16:creationId xmlns:a16="http://schemas.microsoft.com/office/drawing/2014/main" id="{9F25A966-4B97-4395-A68D-A001BC0C298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50388" y="3063062"/>
              <a:ext cx="80467" cy="251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  <p:sp>
          <p:nvSpPr>
            <p:cNvPr id="397" name="final-36-bin-distribution-cell8">
              <a:extLst xmlns:a="http://schemas.openxmlformats.org/drawingml/2006/main">
                <a:ext uri="{FF2B5EF4-FFF2-40B4-BE49-F238E27FC236}">
                  <a16:creationId xmlns:a16="http://schemas.microsoft.com/office/drawing/2014/main" id="{5407856E-5E6A-40DD-ACA2-D78A618D4C5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50388" y="3094355"/>
              <a:ext cx="80467" cy="251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6BCC2"/>
            </a:solidFill>
            <a:ln xmlns:a="http://schemas.openxmlformats.org/drawingml/2006/main" w="0">
              <a:noFill/>
            </a:ln>
          </p:spPr>
        </p:sp>
      </p:grpSp>
      <p:cxnSp>
        <p:nvCxnSpPr>
          <p:cNvPr id="890" name="flow-segment-148"/>
          <p:cNvCxnSpPr>
            <a:stCxn xmlns:a="http://schemas.openxmlformats.org/drawingml/2006/main" id="379" idx="3"/>
            <a:endCxn xmlns:a="http://schemas.openxmlformats.org/drawingml/2006/main" id="389" idx="1"/>
          </p:cNvCxnSpPr>
          <p:nvPr/>
        </p:nvCxnSpPr>
        <p:spPr>
          <a:xfrm xmlns:a="http://schemas.openxmlformats.org/drawingml/2006/main">
            <a:off x="2250567" y="2984830"/>
            <a:ext cx="399821" cy="1"/>
          </a:xfrm>
          <a:prstGeom xmlns:a="http://schemas.openxmlformats.org/drawingml/2006/main" prst="straightConnector1">
            <a:avLst/>
          </a:prstGeom>
          <a:ln xmlns:a="http://schemas.openxmlformats.org/drawingml/2006/main" w="10058">
            <a:solidFill>
              <a:srgbClr val="64696E"/>
            </a:solidFill>
            <a:tailEnd type="triangle" w="med" len="med"/>
          </a:ln>
        </p:spPr>
      </p:cxnSp>
      <p:sp>
        <p:nvSpPr>
          <p:cNvPr id="399" name="mixture-caption">
            <a:extLst xmlns:a="http://schemas.openxmlformats.org/drawingml/2006/main">
              <a:ext uri="{FF2B5EF4-FFF2-40B4-BE49-F238E27FC236}">
                <a16:creationId xmlns:a16="http://schemas.microsoft.com/office/drawing/2014/main" id="{A0BD4DDE-3312-45E0-8C50-034C1425FAE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62508" y="3118104"/>
            <a:ext cx="1415720" cy="1207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Soft probability mixture</a:t>
            </a:r>
          </a:p>
        </p:txBody>
      </p:sp>
      <p:sp>
        <p:nvSpPr>
          <p:cNvPr id="400" name="distribution-caption">
            <a:extLst xmlns:a="http://schemas.openxmlformats.org/drawingml/2006/main">
              <a:ext uri="{FF2B5EF4-FFF2-40B4-BE49-F238E27FC236}">
                <a16:creationId xmlns:a16="http://schemas.microsoft.com/office/drawing/2014/main" id="{8F110123-83E7-4004-9E56-9B55F9824F0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39162" y="3130677"/>
            <a:ext cx="502920" cy="108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 bins</a:t>
            </a:r>
          </a:p>
        </p:txBody>
      </p:sp>
      <p:sp>
        <p:nvSpPr>
          <p:cNvPr id="401" name="expected-fibrosis-score">
            <a:extLst xmlns:a="http://schemas.openxmlformats.org/drawingml/2006/main">
              <a:ext uri="{FF2B5EF4-FFF2-40B4-BE49-F238E27FC236}">
                <a16:creationId xmlns:a16="http://schemas.microsoft.com/office/drawing/2014/main" id="{81A867AF-B9E7-4F49-84BE-76A68C3FA8F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467633" y="2891790"/>
            <a:ext cx="1403147" cy="18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20252A"/>
                </a:solidFill>
                <a:latin typeface="Cambria Math"/>
                <a:ea typeface="Cambria Math"/>
                <a:cs typeface="Cambria Math"/>
              </a:defRPr>
            </a:pP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ŷ</a:t>
            </a:r>
            <a:r>
              <a:rPr sz="850" b="0" i="0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 = ∑</a:t>
            </a: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ₖ</a:t>
            </a:r>
            <a:r>
              <a:rPr sz="850" b="0" i="0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 (</a:t>
            </a: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850" b="0" i="0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/10) </a:t>
            </a:r>
            <a:r>
              <a:rPr sz="850" b="0" i="1">
                <a:solidFill>
                  <a:srgbClr val="20252A"/>
                </a:solidFill>
                <a:latin typeface="Cambria Math"/>
                <a:ea typeface="Cambria Math"/>
                <a:cs typeface="Cambria Math"/>
              </a:rPr>
              <a:t>pₖ</a:t>
            </a:r>
          </a:p>
        </p:txBody>
      </p:sp>
      <p:cxnSp>
        <p:nvCxnSpPr>
          <p:cNvPr id="894" name="flow-segment-149"/>
          <p:cNvCxnSpPr>
            <a:stCxn xmlns:a="http://schemas.openxmlformats.org/drawingml/2006/main" id="389" idx="3"/>
            <a:endCxn xmlns:a="http://schemas.openxmlformats.org/drawingml/2006/main" id="401" idx="1"/>
          </p:cNvCxnSpPr>
          <p:nvPr/>
        </p:nvCxnSpPr>
        <p:spPr>
          <a:xfrm xmlns:a="http://schemas.openxmlformats.org/drawingml/2006/main" flipV="1">
            <a:off x="2730855" y="2984830"/>
            <a:ext cx="736778" cy="1"/>
          </a:xfrm>
          <a:prstGeom xmlns:a="http://schemas.openxmlformats.org/drawingml/2006/main" prst="straightConnector1">
            <a:avLst/>
          </a:prstGeom>
          <a:ln xmlns:a="http://schemas.openxmlformats.org/drawingml/2006/main" w="11316">
            <a:solidFill>
              <a:srgbClr val="64696E"/>
            </a:solidFill>
            <a:tailEnd type="triangle" w="med" len="med"/>
          </a:ln>
        </p:spPr>
      </p:cxnSp>
      <p:sp>
        <p:nvSpPr>
          <p:cNvPr id="403" name="score-caption">
            <a:extLst xmlns:a="http://schemas.openxmlformats.org/drawingml/2006/main">
              <a:ext uri="{FF2B5EF4-FFF2-40B4-BE49-F238E27FC236}">
                <a16:creationId xmlns:a16="http://schemas.microsoft.com/office/drawing/2014/main" id="{F4388325-EC11-407D-BD52-51AAA967E73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19272" y="3118104"/>
            <a:ext cx="1604315" cy="1207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Fine-grained fibrosis score</a:t>
            </a:r>
          </a:p>
        </p:txBody>
      </p:sp>
      <p:sp>
        <p:nvSpPr>
          <p:cNvPr id="404" name="rule-bc">
            <a:extLst xmlns:a="http://schemas.openxmlformats.org/drawingml/2006/main">
              <a:ext uri="{FF2B5EF4-FFF2-40B4-BE49-F238E27FC236}">
                <a16:creationId xmlns:a16="http://schemas.microsoft.com/office/drawing/2014/main" id="{723933DC-68D2-45E9-80D6-B87D82978D6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0409" y="3274009"/>
            <a:ext cx="4888382" cy="45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CC2"/>
          </a:solidFill>
          <a:ln xmlns:a="http://schemas.openxmlformats.org/drawingml/2006/main" w="0">
            <a:noFill/>
          </a:ln>
        </p:spPr>
      </p:sp>
      <p:sp>
        <p:nvSpPr>
          <p:cNvPr id="405" name="panel-c-letter">
            <a:extLst xmlns:a="http://schemas.openxmlformats.org/drawingml/2006/main">
              <a:ext uri="{FF2B5EF4-FFF2-40B4-BE49-F238E27FC236}">
                <a16:creationId xmlns:a16="http://schemas.microsoft.com/office/drawing/2014/main" id="{58E0FDC0-6939-412A-9106-CF89B0F1F32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0409" y="3286582"/>
            <a:ext cx="128245" cy="150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06" name="panel-c">
            <a:extLst xmlns:a="http://schemas.openxmlformats.org/drawingml/2006/main">
              <a:ext uri="{FF2B5EF4-FFF2-40B4-BE49-F238E27FC236}">
                <a16:creationId xmlns:a16="http://schemas.microsoft.com/office/drawing/2014/main" id="{D8FDB428-5421-47D4-B235-75F5D5BBDB3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1460" y="3286582"/>
            <a:ext cx="4672127" cy="150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Image-only predictions with reference annotation</a:t>
            </a:r>
          </a:p>
        </p:txBody>
      </p:sp>
      <p:sp>
        <p:nvSpPr>
          <p:cNvPr id="407" name="case-roi-title">
            <a:extLst xmlns:a="http://schemas.openxmlformats.org/drawingml/2006/main">
              <a:ext uri="{FF2B5EF4-FFF2-40B4-BE49-F238E27FC236}">
                <a16:creationId xmlns:a16="http://schemas.microsoft.com/office/drawing/2014/main" id="{98F1E733-DF32-4DC1-BCF2-8A1D7F43370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5496" y="3480206"/>
            <a:ext cx="1103909" cy="108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Reference annotation</a:t>
            </a:r>
          </a:p>
        </p:txBody>
      </p:sp>
      <p:sp>
        <p:nvSpPr>
          <p:cNvPr id="408" name="case-overlay-title">
            <a:extLst xmlns:a="http://schemas.openxmlformats.org/drawingml/2006/main">
              <a:ext uri="{FF2B5EF4-FFF2-40B4-BE49-F238E27FC236}">
                <a16:creationId xmlns:a16="http://schemas.microsoft.com/office/drawing/2014/main" id="{EC749E3D-5130-453A-92A6-1ECFD1FED61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17650" y="3480206"/>
            <a:ext cx="1129055" cy="108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Weak localization</a:t>
            </a:r>
          </a:p>
        </p:txBody>
      </p:sp>
      <p:sp>
        <p:nvSpPr>
          <p:cNvPr id="409" name="case-q-title">
            <a:extLst xmlns:a="http://schemas.openxmlformats.org/drawingml/2006/main">
              <a:ext uri="{FF2B5EF4-FFF2-40B4-BE49-F238E27FC236}">
                <a16:creationId xmlns:a16="http://schemas.microsoft.com/office/drawing/2014/main" id="{C9ED8F87-8964-46FA-9C60-ABF47B0BF13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05126" y="3480206"/>
            <a:ext cx="1269873" cy="108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View probabilities</a:t>
            </a:r>
          </a:p>
        </p:txBody>
      </p:sp>
      <p:sp>
        <p:nvSpPr>
          <p:cNvPr id="410" name="case-score-title">
            <a:extLst xmlns:a="http://schemas.openxmlformats.org/drawingml/2006/main">
              <a:ext uri="{FF2B5EF4-FFF2-40B4-BE49-F238E27FC236}">
                <a16:creationId xmlns:a16="http://schemas.microsoft.com/office/drawing/2014/main" id="{CA021F03-D22E-40AB-9E18-16FE7D5DF69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03827" y="3480206"/>
            <a:ext cx="829818" cy="108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Fibrosis score</a:t>
            </a:r>
          </a:p>
        </p:txBody>
      </p:sp>
      <p:pic>
        <p:nvPicPr>
          <p:cNvPr id="9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2611385fc419a"/>
          <a:stretch xmlns:a="http://schemas.openxmlformats.org/drawingml/2006/main"/>
        </p:blipFill>
        <p:spPr>
          <a:xfrm xmlns:a="http://schemas.openxmlformats.org/drawingml/2006/main">
            <a:off x="286664" y="3603422"/>
            <a:ext cx="694030" cy="694030"/>
          </a:xfrm>
          <a:prstGeom xmlns:a="http://schemas.openxmlformats.org/drawingml/2006/main" prst="rect">
            <a:avLst/>
          </a:prstGeom>
        </p:spPr>
      </p:pic>
      <p:sp>
        <p:nvSpPr>
          <p:cNvPr id="412" name="reference-annotation-0">
            <a:extLst xmlns:a="http://schemas.openxmlformats.org/drawingml/2006/main">
              <a:ext uri="{FF2B5EF4-FFF2-40B4-BE49-F238E27FC236}">
                <a16:creationId xmlns:a16="http://schemas.microsoft.com/office/drawing/2014/main" id="{CB9B372B-56B7-46E9-8AC8-2574B5EA9F5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7732" y="3798929"/>
            <a:ext cx="92104" cy="9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789">
            <a:solidFill>
              <a:srgbClr val="FFFFFF"/>
            </a:solidFill>
          </a:ln>
        </p:spPr>
      </p:sp>
      <p:pic>
        <p:nvPicPr>
          <p:cNvPr id="9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14af443c04318"/>
          <a:stretch xmlns:a="http://schemas.openxmlformats.org/drawingml/2006/main"/>
        </p:blipFill>
        <p:spPr>
          <a:xfrm xmlns:a="http://schemas.openxmlformats.org/drawingml/2006/main">
            <a:off x="1533906" y="3603422"/>
            <a:ext cx="694030" cy="694030"/>
          </a:xfrm>
          <a:prstGeom xmlns:a="http://schemas.openxmlformats.org/drawingml/2006/main" prst="rect">
            <a:avLst/>
          </a:prstGeom>
        </p:spPr>
      </p:pic>
      <p:grpSp>
        <p:nvGrpSpPr>
          <p:cNvPr id="984" name="Editable color-key"/>
          <p:cNvGrpSpPr/>
          <p:nvPr/>
        </p:nvGrpSpPr>
        <p:grpSpPr>
          <ns1:xfrm xmlns:ns1="http://schemas.openxmlformats.org/drawingml/2006/main">
            <ns1:off x="1601800" y="4337685"/>
            <ns1:ext cx="555275" cy="32690"/>
            <ns1:chOff x="1601800" y="4337685"/>
            <ns1:chExt cx="555275" cy="32690"/>
          </ns1:xfrm>
        </p:grpSpPr>
        <p:sp>
          <p:nvSpPr>
            <p:cNvPr id="414" name="color-key-0">
              <a:extLst xmlns:a="http://schemas.openxmlformats.org/drawingml/2006/main">
                <a:ext uri="{FF2B5EF4-FFF2-40B4-BE49-F238E27FC236}">
                  <a16:creationId xmlns:a16="http://schemas.microsoft.com/office/drawing/2014/main" id="{87AF3F2C-329A-4640-8C9F-25EAE1E7B6B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01800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000003"/>
            </a:solidFill>
            <a:ln xmlns:a="http://schemas.openxmlformats.org/drawingml/2006/main" w="0">
              <a:noFill/>
            </a:ln>
          </p:spPr>
        </p:sp>
        <p:sp>
          <p:nvSpPr>
            <p:cNvPr id="415" name="color-key-1">
              <a:extLst xmlns:a="http://schemas.openxmlformats.org/drawingml/2006/main">
                <a:ext uri="{FF2B5EF4-FFF2-40B4-BE49-F238E27FC236}">
                  <a16:creationId xmlns:a16="http://schemas.microsoft.com/office/drawing/2014/main" id="{082EDE82-1332-421F-93FD-9A8F390DA51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10476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010109"/>
            </a:solidFill>
            <a:ln xmlns:a="http://schemas.openxmlformats.org/drawingml/2006/main" w="0">
              <a:noFill/>
            </a:ln>
          </p:spPr>
        </p:sp>
        <p:sp>
          <p:nvSpPr>
            <p:cNvPr id="416" name="color-key-2">
              <a:extLst xmlns:a="http://schemas.openxmlformats.org/drawingml/2006/main">
                <a:ext uri="{FF2B5EF4-FFF2-40B4-BE49-F238E27FC236}">
                  <a16:creationId xmlns:a16="http://schemas.microsoft.com/office/drawing/2014/main" id="{3B9BB0B8-E7B9-429E-BE46-2A55D8D3110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19151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030212"/>
            </a:solidFill>
            <a:ln xmlns:a="http://schemas.openxmlformats.org/drawingml/2006/main" w="0">
              <a:noFill/>
            </a:ln>
          </p:spPr>
        </p:sp>
        <p:sp>
          <p:nvSpPr>
            <p:cNvPr id="417" name="color-key-3">
              <a:extLst xmlns:a="http://schemas.openxmlformats.org/drawingml/2006/main">
                <a:ext uri="{FF2B5EF4-FFF2-40B4-BE49-F238E27FC236}">
                  <a16:creationId xmlns:a16="http://schemas.microsoft.com/office/drawing/2014/main" id="{B2C62F48-7F15-46C8-AFCF-C0A82E61207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27826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06041B"/>
            </a:solidFill>
            <a:ln xmlns:a="http://schemas.openxmlformats.org/drawingml/2006/main" w="0">
              <a:noFill/>
            </a:ln>
          </p:spPr>
        </p:sp>
        <p:sp>
          <p:nvSpPr>
            <p:cNvPr id="418" name="color-key-4">
              <a:extLst xmlns:a="http://schemas.openxmlformats.org/drawingml/2006/main">
                <a:ext uri="{FF2B5EF4-FFF2-40B4-BE49-F238E27FC236}">
                  <a16:creationId xmlns:a16="http://schemas.microsoft.com/office/drawing/2014/main" id="{2FF3D46D-F527-4139-9208-2A057A0E259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36502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0A0723"/>
            </a:solidFill>
            <a:ln xmlns:a="http://schemas.openxmlformats.org/drawingml/2006/main" w="0">
              <a:noFill/>
            </a:ln>
          </p:spPr>
        </p:sp>
        <p:sp>
          <p:nvSpPr>
            <p:cNvPr id="419" name="color-key-5">
              <a:extLst xmlns:a="http://schemas.openxmlformats.org/drawingml/2006/main">
                <a:ext uri="{FF2B5EF4-FFF2-40B4-BE49-F238E27FC236}">
                  <a16:creationId xmlns:a16="http://schemas.microsoft.com/office/drawing/2014/main" id="{22F494BD-14A8-4E4E-92CF-1DFAB39A0B6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45177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0F092D"/>
            </a:solidFill>
            <a:ln xmlns:a="http://schemas.openxmlformats.org/drawingml/2006/main" w="0">
              <a:noFill/>
            </a:ln>
          </p:spPr>
        </p:sp>
        <p:sp>
          <p:nvSpPr>
            <p:cNvPr id="420" name="color-key-6">
              <a:extLst xmlns:a="http://schemas.openxmlformats.org/drawingml/2006/main">
                <a:ext uri="{FF2B5EF4-FFF2-40B4-BE49-F238E27FC236}">
                  <a16:creationId xmlns:a16="http://schemas.microsoft.com/office/drawing/2014/main" id="{630B5D94-424B-45B3-80A6-B3E1BE5980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53852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140B36"/>
            </a:solidFill>
            <a:ln xmlns:a="http://schemas.openxmlformats.org/drawingml/2006/main" w="0">
              <a:noFill/>
            </a:ln>
          </p:spPr>
        </p:sp>
        <p:sp>
          <p:nvSpPr>
            <p:cNvPr id="421" name="color-key-7">
              <a:extLst xmlns:a="http://schemas.openxmlformats.org/drawingml/2006/main">
                <a:ext uri="{FF2B5EF4-FFF2-40B4-BE49-F238E27FC236}">
                  <a16:creationId xmlns:a16="http://schemas.microsoft.com/office/drawing/2014/main" id="{D69CA2FD-A578-414B-A362-6E2CBEC854F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62528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1A0B40"/>
            </a:solidFill>
            <a:ln xmlns:a="http://schemas.openxmlformats.org/drawingml/2006/main" w="0">
              <a:noFill/>
            </a:ln>
          </p:spPr>
        </p:sp>
        <p:sp>
          <p:nvSpPr>
            <p:cNvPr id="422" name="color-key-8">
              <a:extLst xmlns:a="http://schemas.openxmlformats.org/drawingml/2006/main">
                <a:ext uri="{FF2B5EF4-FFF2-40B4-BE49-F238E27FC236}">
                  <a16:creationId xmlns:a16="http://schemas.microsoft.com/office/drawing/2014/main" id="{9D642FCB-5294-4AC8-8323-3BA30BD09AB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71203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00C4A"/>
            </a:solidFill>
            <a:ln xmlns:a="http://schemas.openxmlformats.org/drawingml/2006/main" w="0">
              <a:noFill/>
            </a:ln>
          </p:spPr>
        </p:sp>
        <p:sp>
          <p:nvSpPr>
            <p:cNvPr id="423" name="color-key-9">
              <a:extLst xmlns:a="http://schemas.openxmlformats.org/drawingml/2006/main">
                <a:ext uri="{FF2B5EF4-FFF2-40B4-BE49-F238E27FC236}">
                  <a16:creationId xmlns:a16="http://schemas.microsoft.com/office/drawing/2014/main" id="{78F2BCB5-09D4-473C-B9BD-C14D1A88351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79879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70B52"/>
            </a:solidFill>
            <a:ln xmlns:a="http://schemas.openxmlformats.org/drawingml/2006/main" w="0">
              <a:noFill/>
            </a:ln>
          </p:spPr>
        </p:sp>
        <p:sp>
          <p:nvSpPr>
            <p:cNvPr id="424" name="color-key-10">
              <a:extLst xmlns:a="http://schemas.openxmlformats.org/drawingml/2006/main">
                <a:ext uri="{FF2B5EF4-FFF2-40B4-BE49-F238E27FC236}">
                  <a16:creationId xmlns:a16="http://schemas.microsoft.com/office/drawing/2014/main" id="{E56AFBC6-EE76-4C62-AB08-1C276E35228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88554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E0A5A"/>
            </a:solidFill>
            <a:ln xmlns:a="http://schemas.openxmlformats.org/drawingml/2006/main" w="0">
              <a:noFill/>
            </a:ln>
          </p:spPr>
        </p:sp>
        <p:sp>
          <p:nvSpPr>
            <p:cNvPr id="425" name="color-key-11">
              <a:extLst xmlns:a="http://schemas.openxmlformats.org/drawingml/2006/main">
                <a:ext uri="{FF2B5EF4-FFF2-40B4-BE49-F238E27FC236}">
                  <a16:creationId xmlns:a16="http://schemas.microsoft.com/office/drawing/2014/main" id="{12F085CD-3757-4583-94CF-6858564CF11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97229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0960"/>
            </a:solidFill>
            <a:ln xmlns:a="http://schemas.openxmlformats.org/drawingml/2006/main" w="0">
              <a:noFill/>
            </a:ln>
          </p:spPr>
        </p:sp>
        <p:sp>
          <p:nvSpPr>
            <p:cNvPr id="426" name="color-key-12">
              <a:extLst xmlns:a="http://schemas.openxmlformats.org/drawingml/2006/main">
                <a:ext uri="{FF2B5EF4-FFF2-40B4-BE49-F238E27FC236}">
                  <a16:creationId xmlns:a16="http://schemas.microsoft.com/office/drawing/2014/main" id="{E7A77440-8E1F-462E-B0BA-D525D0DC440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05905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C0965"/>
            </a:solidFill>
            <a:ln xmlns:a="http://schemas.openxmlformats.org/drawingml/2006/main" w="0">
              <a:noFill/>
            </a:ln>
          </p:spPr>
        </p:sp>
        <p:sp>
          <p:nvSpPr>
            <p:cNvPr id="427" name="color-key-13">
              <a:extLst xmlns:a="http://schemas.openxmlformats.org/drawingml/2006/main">
                <a:ext uri="{FF2B5EF4-FFF2-40B4-BE49-F238E27FC236}">
                  <a16:creationId xmlns:a16="http://schemas.microsoft.com/office/drawing/2014/main" id="{D98584D5-4290-477B-A6E3-68194DD450C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14580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30A68"/>
            </a:solidFill>
            <a:ln xmlns:a="http://schemas.openxmlformats.org/drawingml/2006/main" w="0">
              <a:noFill/>
            </a:ln>
          </p:spPr>
        </p:sp>
        <p:sp>
          <p:nvSpPr>
            <p:cNvPr id="428" name="color-key-14">
              <a:extLst xmlns:a="http://schemas.openxmlformats.org/drawingml/2006/main">
                <a:ext uri="{FF2B5EF4-FFF2-40B4-BE49-F238E27FC236}">
                  <a16:creationId xmlns:a16="http://schemas.microsoft.com/office/drawing/2014/main" id="{350EC29C-5584-4CF0-BFFF-79A4579CC85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23255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A0B6A"/>
            </a:solidFill>
            <a:ln xmlns:a="http://schemas.openxmlformats.org/drawingml/2006/main" w="0">
              <a:noFill/>
            </a:ln>
          </p:spPr>
        </p:sp>
        <p:sp>
          <p:nvSpPr>
            <p:cNvPr id="429" name="color-key-15">
              <a:extLst xmlns:a="http://schemas.openxmlformats.org/drawingml/2006/main">
                <a:ext uri="{FF2B5EF4-FFF2-40B4-BE49-F238E27FC236}">
                  <a16:creationId xmlns:a16="http://schemas.microsoft.com/office/drawing/2014/main" id="{2AD313DC-6CA1-433B-8518-1591D6A7489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31931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00D6C"/>
            </a:solidFill>
            <a:ln xmlns:a="http://schemas.openxmlformats.org/drawingml/2006/main" w="0">
              <a:noFill/>
            </a:ln>
          </p:spPr>
        </p:sp>
        <p:sp>
          <p:nvSpPr>
            <p:cNvPr id="430" name="color-key-16">
              <a:extLst xmlns:a="http://schemas.openxmlformats.org/drawingml/2006/main">
                <a:ext uri="{FF2B5EF4-FFF2-40B4-BE49-F238E27FC236}">
                  <a16:creationId xmlns:a16="http://schemas.microsoft.com/office/drawing/2014/main" id="{F21EA5EE-1E77-44F3-95A8-FFA47157CC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40606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8106D"/>
            </a:solidFill>
            <a:ln xmlns:a="http://schemas.openxmlformats.org/drawingml/2006/main" w="0">
              <a:noFill/>
            </a:ln>
          </p:spPr>
        </p:sp>
        <p:sp>
          <p:nvSpPr>
            <p:cNvPr id="431" name="color-key-17">
              <a:extLst xmlns:a="http://schemas.openxmlformats.org/drawingml/2006/main">
                <a:ext uri="{FF2B5EF4-FFF2-40B4-BE49-F238E27FC236}">
                  <a16:creationId xmlns:a16="http://schemas.microsoft.com/office/drawing/2014/main" id="{9F8683A3-111C-4222-9596-D002A0AB5D7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49281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F126E"/>
            </a:solidFill>
            <a:ln xmlns:a="http://schemas.openxmlformats.org/drawingml/2006/main" w="0">
              <a:noFill/>
            </a:ln>
          </p:spPr>
        </p:sp>
        <p:sp>
          <p:nvSpPr>
            <p:cNvPr id="432" name="color-key-18">
              <a:extLst xmlns:a="http://schemas.openxmlformats.org/drawingml/2006/main">
                <a:ext uri="{FF2B5EF4-FFF2-40B4-BE49-F238E27FC236}">
                  <a16:creationId xmlns:a16="http://schemas.microsoft.com/office/drawing/2014/main" id="{F1F8A280-B580-47AB-AD6C-FCDB310667B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57957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65156E"/>
            </a:solidFill>
            <a:ln xmlns:a="http://schemas.openxmlformats.org/drawingml/2006/main" w="0">
              <a:noFill/>
            </a:ln>
          </p:spPr>
        </p:sp>
        <p:sp>
          <p:nvSpPr>
            <p:cNvPr id="433" name="color-key-19">
              <a:extLst xmlns:a="http://schemas.openxmlformats.org/drawingml/2006/main">
                <a:ext uri="{FF2B5EF4-FFF2-40B4-BE49-F238E27FC236}">
                  <a16:creationId xmlns:a16="http://schemas.microsoft.com/office/drawing/2014/main" id="{63C131AD-08DD-4A06-8A78-6944A3D3B8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66632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6B176E"/>
            </a:solidFill>
            <a:ln xmlns:a="http://schemas.openxmlformats.org/drawingml/2006/main" w="0">
              <a:noFill/>
            </a:ln>
          </p:spPr>
        </p:sp>
        <p:sp>
          <p:nvSpPr>
            <p:cNvPr id="434" name="color-key-20">
              <a:extLst xmlns:a="http://schemas.openxmlformats.org/drawingml/2006/main">
                <a:ext uri="{FF2B5EF4-FFF2-40B4-BE49-F238E27FC236}">
                  <a16:creationId xmlns:a16="http://schemas.microsoft.com/office/drawing/2014/main" id="{CA410BFD-9B8A-408E-8FBC-4871077F5D2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75308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2196D"/>
            </a:solidFill>
            <a:ln xmlns:a="http://schemas.openxmlformats.org/drawingml/2006/main" w="0">
              <a:noFill/>
            </a:ln>
          </p:spPr>
        </p:sp>
        <p:sp>
          <p:nvSpPr>
            <p:cNvPr id="435" name="color-key-21">
              <a:extLst xmlns:a="http://schemas.openxmlformats.org/drawingml/2006/main">
                <a:ext uri="{FF2B5EF4-FFF2-40B4-BE49-F238E27FC236}">
                  <a16:creationId xmlns:a16="http://schemas.microsoft.com/office/drawing/2014/main" id="{B9F8FE18-F719-4F7D-A142-A53228BA963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83983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81C6D"/>
            </a:solidFill>
            <a:ln xmlns:a="http://schemas.openxmlformats.org/drawingml/2006/main" w="0">
              <a:noFill/>
            </a:ln>
          </p:spPr>
        </p:sp>
        <p:sp>
          <p:nvSpPr>
            <p:cNvPr id="436" name="color-key-22">
              <a:extLst xmlns:a="http://schemas.openxmlformats.org/drawingml/2006/main">
                <a:ext uri="{FF2B5EF4-FFF2-40B4-BE49-F238E27FC236}">
                  <a16:creationId xmlns:a16="http://schemas.microsoft.com/office/drawing/2014/main" id="{A01E7A4A-19FE-4CEA-A314-A6DFC763361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92658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E1E6C"/>
            </a:solidFill>
            <a:ln xmlns:a="http://schemas.openxmlformats.org/drawingml/2006/main" w="0">
              <a:noFill/>
            </a:ln>
          </p:spPr>
        </p:sp>
        <p:sp>
          <p:nvSpPr>
            <p:cNvPr id="437" name="color-key-23">
              <a:extLst xmlns:a="http://schemas.openxmlformats.org/drawingml/2006/main">
                <a:ext uri="{FF2B5EF4-FFF2-40B4-BE49-F238E27FC236}">
                  <a16:creationId xmlns:a16="http://schemas.microsoft.com/office/drawing/2014/main" id="{116FE178-813F-4530-BD3B-ECE91758300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01334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5206A"/>
            </a:solidFill>
            <a:ln xmlns:a="http://schemas.openxmlformats.org/drawingml/2006/main" w="0">
              <a:noFill/>
            </a:ln>
          </p:spPr>
        </p:sp>
        <p:sp>
          <p:nvSpPr>
            <p:cNvPr id="438" name="color-key-24">
              <a:extLst xmlns:a="http://schemas.openxmlformats.org/drawingml/2006/main">
                <a:ext uri="{FF2B5EF4-FFF2-40B4-BE49-F238E27FC236}">
                  <a16:creationId xmlns:a16="http://schemas.microsoft.com/office/drawing/2014/main" id="{8C3DD146-A91F-432D-A296-E69E5D858F0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10009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8B2269"/>
            </a:solidFill>
            <a:ln xmlns:a="http://schemas.openxmlformats.org/drawingml/2006/main" w="0">
              <a:noFill/>
            </a:ln>
          </p:spPr>
        </p:sp>
        <p:sp>
          <p:nvSpPr>
            <p:cNvPr id="439" name="color-key-25">
              <a:extLst xmlns:a="http://schemas.openxmlformats.org/drawingml/2006/main">
                <a:ext uri="{FF2B5EF4-FFF2-40B4-BE49-F238E27FC236}">
                  <a16:creationId xmlns:a16="http://schemas.microsoft.com/office/drawing/2014/main" id="{C3DF6E07-545B-4A7D-8D01-AEBCA1DEEC8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18684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12567"/>
            </a:solidFill>
            <a:ln xmlns:a="http://schemas.openxmlformats.org/drawingml/2006/main" w="0">
              <a:noFill/>
            </a:ln>
          </p:spPr>
        </p:sp>
        <p:sp>
          <p:nvSpPr>
            <p:cNvPr id="440" name="color-key-26">
              <a:extLst xmlns:a="http://schemas.openxmlformats.org/drawingml/2006/main">
                <a:ext uri="{FF2B5EF4-FFF2-40B4-BE49-F238E27FC236}">
                  <a16:creationId xmlns:a16="http://schemas.microsoft.com/office/drawing/2014/main" id="{65BA9B14-05E6-4B19-BC8E-0CFC0FC2740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27360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82765"/>
            </a:solidFill>
            <a:ln xmlns:a="http://schemas.openxmlformats.org/drawingml/2006/main" w="0">
              <a:noFill/>
            </a:ln>
          </p:spPr>
        </p:sp>
        <p:sp>
          <p:nvSpPr>
            <p:cNvPr id="441" name="color-key-27">
              <a:extLst xmlns:a="http://schemas.openxmlformats.org/drawingml/2006/main">
                <a:ext uri="{FF2B5EF4-FFF2-40B4-BE49-F238E27FC236}">
                  <a16:creationId xmlns:a16="http://schemas.microsoft.com/office/drawing/2014/main" id="{DB25F55E-1FC1-44C9-8DFF-5EA94997D35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36035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E2963"/>
            </a:solidFill>
            <a:ln xmlns:a="http://schemas.openxmlformats.org/drawingml/2006/main" w="0">
              <a:noFill/>
            </a:ln>
          </p:spPr>
        </p:sp>
        <p:sp>
          <p:nvSpPr>
            <p:cNvPr id="442" name="color-key-28">
              <a:extLst xmlns:a="http://schemas.openxmlformats.org/drawingml/2006/main">
                <a:ext uri="{FF2B5EF4-FFF2-40B4-BE49-F238E27FC236}">
                  <a16:creationId xmlns:a16="http://schemas.microsoft.com/office/drawing/2014/main" id="{830E0FC5-0890-44E0-87C3-E2896B77A51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44711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A42C60"/>
            </a:solidFill>
            <a:ln xmlns:a="http://schemas.openxmlformats.org/drawingml/2006/main" w="0">
              <a:noFill/>
            </a:ln>
          </p:spPr>
        </p:sp>
        <p:sp>
          <p:nvSpPr>
            <p:cNvPr id="443" name="color-key-29">
              <a:extLst xmlns:a="http://schemas.openxmlformats.org/drawingml/2006/main">
                <a:ext uri="{FF2B5EF4-FFF2-40B4-BE49-F238E27FC236}">
                  <a16:creationId xmlns:a16="http://schemas.microsoft.com/office/drawing/2014/main" id="{743B29FD-D18A-4877-934A-51731E34EDD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53386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AB2E5D"/>
            </a:solidFill>
            <a:ln xmlns:a="http://schemas.openxmlformats.org/drawingml/2006/main" w="0">
              <a:noFill/>
            </a:ln>
          </p:spPr>
        </p:sp>
        <p:sp>
          <p:nvSpPr>
            <p:cNvPr id="444" name="color-key-30">
              <a:extLst xmlns:a="http://schemas.openxmlformats.org/drawingml/2006/main">
                <a:ext uri="{FF2B5EF4-FFF2-40B4-BE49-F238E27FC236}">
                  <a16:creationId xmlns:a16="http://schemas.microsoft.com/office/drawing/2014/main" id="{DAFB5830-18C6-44ED-9A51-CBD1E982588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62061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1315A"/>
            </a:solidFill>
            <a:ln xmlns:a="http://schemas.openxmlformats.org/drawingml/2006/main" w="0">
              <a:noFill/>
            </a:ln>
          </p:spPr>
        </p:sp>
        <p:sp>
          <p:nvSpPr>
            <p:cNvPr id="445" name="color-key-31">
              <a:extLst xmlns:a="http://schemas.openxmlformats.org/drawingml/2006/main">
                <a:ext uri="{FF2B5EF4-FFF2-40B4-BE49-F238E27FC236}">
                  <a16:creationId xmlns:a16="http://schemas.microsoft.com/office/drawing/2014/main" id="{7E6CDB55-5D41-4D20-9ECF-51FF998E6D4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70737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73456"/>
            </a:solidFill>
            <a:ln xmlns:a="http://schemas.openxmlformats.org/drawingml/2006/main" w="0">
              <a:noFill/>
            </a:ln>
          </p:spPr>
        </p:sp>
        <p:sp>
          <p:nvSpPr>
            <p:cNvPr id="446" name="color-key-32">
              <a:extLst xmlns:a="http://schemas.openxmlformats.org/drawingml/2006/main">
                <a:ext uri="{FF2B5EF4-FFF2-40B4-BE49-F238E27FC236}">
                  <a16:creationId xmlns:a16="http://schemas.microsoft.com/office/drawing/2014/main" id="{4A7BFF94-7ACB-4011-A132-07663977895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79412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E3852"/>
            </a:solidFill>
            <a:ln xmlns:a="http://schemas.openxmlformats.org/drawingml/2006/main" w="0">
              <a:noFill/>
            </a:ln>
          </p:spPr>
        </p:sp>
        <p:sp>
          <p:nvSpPr>
            <p:cNvPr id="447" name="color-key-33">
              <a:extLst xmlns:a="http://schemas.openxmlformats.org/drawingml/2006/main">
                <a:ext uri="{FF2B5EF4-FFF2-40B4-BE49-F238E27FC236}">
                  <a16:creationId xmlns:a16="http://schemas.microsoft.com/office/drawing/2014/main" id="{BE98B28E-2DBF-4DAF-B647-BEB80E31994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88087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43C4E"/>
            </a:solidFill>
            <a:ln xmlns:a="http://schemas.openxmlformats.org/drawingml/2006/main" w="0">
              <a:noFill/>
            </a:ln>
          </p:spPr>
        </p:sp>
        <p:sp>
          <p:nvSpPr>
            <p:cNvPr id="448" name="color-key-34">
              <a:extLst xmlns:a="http://schemas.openxmlformats.org/drawingml/2006/main">
                <a:ext uri="{FF2B5EF4-FFF2-40B4-BE49-F238E27FC236}">
                  <a16:creationId xmlns:a16="http://schemas.microsoft.com/office/drawing/2014/main" id="{C551DF8B-ECE2-4EDA-8DB3-826AD6AAFC4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96763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3F4A"/>
            </a:solidFill>
            <a:ln xmlns:a="http://schemas.openxmlformats.org/drawingml/2006/main" w="0">
              <a:noFill/>
            </a:ln>
          </p:spPr>
        </p:sp>
        <p:sp>
          <p:nvSpPr>
            <p:cNvPr id="449" name="color-key-35">
              <a:extLst xmlns:a="http://schemas.openxmlformats.org/drawingml/2006/main">
                <a:ext uri="{FF2B5EF4-FFF2-40B4-BE49-F238E27FC236}">
                  <a16:creationId xmlns:a16="http://schemas.microsoft.com/office/drawing/2014/main" id="{739F8FE7-1842-480C-835E-16F79CFC239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05438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F4446"/>
            </a:solidFill>
            <a:ln xmlns:a="http://schemas.openxmlformats.org/drawingml/2006/main" w="0">
              <a:noFill/>
            </a:ln>
          </p:spPr>
        </p:sp>
        <p:sp>
          <p:nvSpPr>
            <p:cNvPr id="450" name="color-key-36">
              <a:extLst xmlns:a="http://schemas.openxmlformats.org/drawingml/2006/main">
                <a:ext uri="{FF2B5EF4-FFF2-40B4-BE49-F238E27FC236}">
                  <a16:creationId xmlns:a16="http://schemas.microsoft.com/office/drawing/2014/main" id="{1233827B-8584-4881-AA20-860F781E89B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14114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44841"/>
            </a:solidFill>
            <a:ln xmlns:a="http://schemas.openxmlformats.org/drawingml/2006/main" w="0">
              <a:noFill/>
            </a:ln>
          </p:spPr>
        </p:sp>
        <p:sp>
          <p:nvSpPr>
            <p:cNvPr id="451" name="color-key-37">
              <a:extLst xmlns:a="http://schemas.openxmlformats.org/drawingml/2006/main">
                <a:ext uri="{FF2B5EF4-FFF2-40B4-BE49-F238E27FC236}">
                  <a16:creationId xmlns:a16="http://schemas.microsoft.com/office/drawing/2014/main" id="{BA3B01D2-E073-4B12-815F-987C4F72569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22789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94D3D"/>
            </a:solidFill>
            <a:ln xmlns:a="http://schemas.openxmlformats.org/drawingml/2006/main" w="0">
              <a:noFill/>
            </a:ln>
          </p:spPr>
        </p:sp>
        <p:sp>
          <p:nvSpPr>
            <p:cNvPr id="452" name="color-key-38">
              <a:extLst xmlns:a="http://schemas.openxmlformats.org/drawingml/2006/main">
                <a:ext uri="{FF2B5EF4-FFF2-40B4-BE49-F238E27FC236}">
                  <a16:creationId xmlns:a16="http://schemas.microsoft.com/office/drawing/2014/main" id="{522B93A3-7B1B-4A3B-9297-F8B9CFA5305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31464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D5238"/>
            </a:solidFill>
            <a:ln xmlns:a="http://schemas.openxmlformats.org/drawingml/2006/main" w="0">
              <a:noFill/>
            </a:ln>
          </p:spPr>
        </p:sp>
        <p:sp>
          <p:nvSpPr>
            <p:cNvPr id="453" name="color-key-39">
              <a:extLst xmlns:a="http://schemas.openxmlformats.org/drawingml/2006/main">
                <a:ext uri="{FF2B5EF4-FFF2-40B4-BE49-F238E27FC236}">
                  <a16:creationId xmlns:a16="http://schemas.microsoft.com/office/drawing/2014/main" id="{17FE4553-CD46-42B5-A7B2-346E8007BA8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40140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25733"/>
            </a:solidFill>
            <a:ln xmlns:a="http://schemas.openxmlformats.org/drawingml/2006/main" w="0">
              <a:noFill/>
            </a:ln>
          </p:spPr>
        </p:sp>
        <p:sp>
          <p:nvSpPr>
            <p:cNvPr id="454" name="color-key-40">
              <a:extLst xmlns:a="http://schemas.openxmlformats.org/drawingml/2006/main">
                <a:ext uri="{FF2B5EF4-FFF2-40B4-BE49-F238E27FC236}">
                  <a16:creationId xmlns:a16="http://schemas.microsoft.com/office/drawing/2014/main" id="{6DB8B277-389D-4D48-B272-D5E0BFD500B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48815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5C2E"/>
            </a:solidFill>
            <a:ln xmlns:a="http://schemas.openxmlformats.org/drawingml/2006/main" w="0">
              <a:noFill/>
            </a:ln>
          </p:spPr>
        </p:sp>
        <p:sp>
          <p:nvSpPr>
            <p:cNvPr id="455" name="color-key-41">
              <a:extLst xmlns:a="http://schemas.openxmlformats.org/drawingml/2006/main">
                <a:ext uri="{FF2B5EF4-FFF2-40B4-BE49-F238E27FC236}">
                  <a16:creationId xmlns:a16="http://schemas.microsoft.com/office/drawing/2014/main" id="{ABD7BE68-82C3-49DD-AA89-9FB4C8D9727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57490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622A"/>
            </a:solidFill>
            <a:ln xmlns:a="http://schemas.openxmlformats.org/drawingml/2006/main" w="0">
              <a:noFill/>
            </a:ln>
          </p:spPr>
        </p:sp>
        <p:sp>
          <p:nvSpPr>
            <p:cNvPr id="456" name="color-key-42">
              <a:extLst xmlns:a="http://schemas.openxmlformats.org/drawingml/2006/main">
                <a:ext uri="{FF2B5EF4-FFF2-40B4-BE49-F238E27FC236}">
                  <a16:creationId xmlns:a16="http://schemas.microsoft.com/office/drawing/2014/main" id="{8419A318-BA32-4D5D-A384-EB7BFAC8E92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66166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6825"/>
            </a:solidFill>
            <a:ln xmlns:a="http://schemas.openxmlformats.org/drawingml/2006/main" w="0">
              <a:noFill/>
            </a:ln>
          </p:spPr>
        </p:sp>
        <p:sp>
          <p:nvSpPr>
            <p:cNvPr id="457" name="color-key-43">
              <a:extLst xmlns:a="http://schemas.openxmlformats.org/drawingml/2006/main">
                <a:ext uri="{FF2B5EF4-FFF2-40B4-BE49-F238E27FC236}">
                  <a16:creationId xmlns:a16="http://schemas.microsoft.com/office/drawing/2014/main" id="{1D1EB727-6FAF-4205-BF05-3FF5D32D8AD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74841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06F1F"/>
            </a:solidFill>
            <a:ln xmlns:a="http://schemas.openxmlformats.org/drawingml/2006/main" w="0">
              <a:noFill/>
            </a:ln>
          </p:spPr>
        </p:sp>
        <p:sp>
          <p:nvSpPr>
            <p:cNvPr id="458" name="color-key-44">
              <a:extLst xmlns:a="http://schemas.openxmlformats.org/drawingml/2006/main">
                <a:ext uri="{FF2B5EF4-FFF2-40B4-BE49-F238E27FC236}">
                  <a16:creationId xmlns:a16="http://schemas.microsoft.com/office/drawing/2014/main" id="{F1729837-38E2-493A-9A18-9A116DFBD5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83516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751A"/>
            </a:solidFill>
            <a:ln xmlns:a="http://schemas.openxmlformats.org/drawingml/2006/main" w="0">
              <a:noFill/>
            </a:ln>
          </p:spPr>
        </p:sp>
        <p:sp>
          <p:nvSpPr>
            <p:cNvPr id="459" name="color-key-45">
              <a:extLst xmlns:a="http://schemas.openxmlformats.org/drawingml/2006/main">
                <a:ext uri="{FF2B5EF4-FFF2-40B4-BE49-F238E27FC236}">
                  <a16:creationId xmlns:a16="http://schemas.microsoft.com/office/drawing/2014/main" id="{B3D3DA4F-A2FC-4664-8A5E-6E79DCC901D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92192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57C15"/>
            </a:solidFill>
            <a:ln xmlns:a="http://schemas.openxmlformats.org/drawingml/2006/main" w="0">
              <a:noFill/>
            </a:ln>
          </p:spPr>
        </p:sp>
        <p:sp>
          <p:nvSpPr>
            <p:cNvPr id="460" name="color-key-46">
              <a:extLst xmlns:a="http://schemas.openxmlformats.org/drawingml/2006/main">
                <a:ext uri="{FF2B5EF4-FFF2-40B4-BE49-F238E27FC236}">
                  <a16:creationId xmlns:a16="http://schemas.microsoft.com/office/drawing/2014/main" id="{21E6AE3D-A784-4C13-9265-0149B38177B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00867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78310"/>
            </a:solidFill>
            <a:ln xmlns:a="http://schemas.openxmlformats.org/drawingml/2006/main" w="0">
              <a:noFill/>
            </a:ln>
          </p:spPr>
        </p:sp>
        <p:sp>
          <p:nvSpPr>
            <p:cNvPr id="461" name="color-key-47">
              <a:extLst xmlns:a="http://schemas.openxmlformats.org/drawingml/2006/main">
                <a:ext uri="{FF2B5EF4-FFF2-40B4-BE49-F238E27FC236}">
                  <a16:creationId xmlns:a16="http://schemas.microsoft.com/office/drawing/2014/main" id="{3673C519-2F45-403E-8258-25FFA04EA2D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09543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88A0B"/>
            </a:solidFill>
            <a:ln xmlns:a="http://schemas.openxmlformats.org/drawingml/2006/main" w="0">
              <a:noFill/>
            </a:ln>
          </p:spPr>
        </p:sp>
        <p:sp>
          <p:nvSpPr>
            <p:cNvPr id="462" name="color-key-48">
              <a:extLst xmlns:a="http://schemas.openxmlformats.org/drawingml/2006/main">
                <a:ext uri="{FF2B5EF4-FFF2-40B4-BE49-F238E27FC236}">
                  <a16:creationId xmlns:a16="http://schemas.microsoft.com/office/drawing/2014/main" id="{F1329C09-A1DC-4273-B587-B26A5497869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18218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A9306"/>
            </a:solidFill>
            <a:ln xmlns:a="http://schemas.openxmlformats.org/drawingml/2006/main" w="0">
              <a:noFill/>
            </a:ln>
          </p:spPr>
        </p:sp>
        <p:sp>
          <p:nvSpPr>
            <p:cNvPr id="463" name="color-key-49">
              <a:extLst xmlns:a="http://schemas.openxmlformats.org/drawingml/2006/main">
                <a:ext uri="{FF2B5EF4-FFF2-40B4-BE49-F238E27FC236}">
                  <a16:creationId xmlns:a16="http://schemas.microsoft.com/office/drawing/2014/main" id="{875753DA-EFD2-4B39-968F-48AB387CA3E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26893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B9B06"/>
            </a:solidFill>
            <a:ln xmlns:a="http://schemas.openxmlformats.org/drawingml/2006/main" w="0">
              <a:noFill/>
            </a:ln>
          </p:spPr>
        </p:sp>
        <p:sp>
          <p:nvSpPr>
            <p:cNvPr id="464" name="color-key-50">
              <a:extLst xmlns:a="http://schemas.openxmlformats.org/drawingml/2006/main">
                <a:ext uri="{FF2B5EF4-FFF2-40B4-BE49-F238E27FC236}">
                  <a16:creationId xmlns:a16="http://schemas.microsoft.com/office/drawing/2014/main" id="{897EA2C9-B52F-4F4C-9813-84A3ED6CEC4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35569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BA208"/>
            </a:solidFill>
            <a:ln xmlns:a="http://schemas.openxmlformats.org/drawingml/2006/main" w="0">
              <a:noFill/>
            </a:ln>
          </p:spPr>
        </p:sp>
        <p:sp>
          <p:nvSpPr>
            <p:cNvPr id="465" name="color-key-51">
              <a:extLst xmlns:a="http://schemas.openxmlformats.org/drawingml/2006/main">
                <a:ext uri="{FF2B5EF4-FFF2-40B4-BE49-F238E27FC236}">
                  <a16:creationId xmlns:a16="http://schemas.microsoft.com/office/drawing/2014/main" id="{E0E2D2A9-BAF8-45A9-AE86-A1B5CABEF07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44244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BAA0E"/>
            </a:solidFill>
            <a:ln xmlns:a="http://schemas.openxmlformats.org/drawingml/2006/main" w="0">
              <a:noFill/>
            </a:ln>
          </p:spPr>
        </p:sp>
        <p:sp>
          <p:nvSpPr>
            <p:cNvPr id="466" name="color-key-52">
              <a:extLst xmlns:a="http://schemas.openxmlformats.org/drawingml/2006/main">
                <a:ext uri="{FF2B5EF4-FFF2-40B4-BE49-F238E27FC236}">
                  <a16:creationId xmlns:a16="http://schemas.microsoft.com/office/drawing/2014/main" id="{E7897B35-DC40-4BD9-8607-D05759DC33C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52919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BB116"/>
            </a:solidFill>
            <a:ln xmlns:a="http://schemas.openxmlformats.org/drawingml/2006/main" w="0">
              <a:noFill/>
            </a:ln>
          </p:spPr>
        </p:sp>
        <p:sp>
          <p:nvSpPr>
            <p:cNvPr id="467" name="color-key-53">
              <a:extLst xmlns:a="http://schemas.openxmlformats.org/drawingml/2006/main">
                <a:ext uri="{FF2B5EF4-FFF2-40B4-BE49-F238E27FC236}">
                  <a16:creationId xmlns:a16="http://schemas.microsoft.com/office/drawing/2014/main" id="{1277ADB0-E4B0-488F-9AD7-0F702853BDE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61595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BB91E"/>
            </a:solidFill>
            <a:ln xmlns:a="http://schemas.openxmlformats.org/drawingml/2006/main" w="0">
              <a:noFill/>
            </a:ln>
          </p:spPr>
        </p:sp>
        <p:sp>
          <p:nvSpPr>
            <p:cNvPr id="468" name="color-key-54">
              <a:extLst xmlns:a="http://schemas.openxmlformats.org/drawingml/2006/main">
                <a:ext uri="{FF2B5EF4-FFF2-40B4-BE49-F238E27FC236}">
                  <a16:creationId xmlns:a16="http://schemas.microsoft.com/office/drawing/2014/main" id="{413FECCE-3BFA-4757-845B-D92AF52CE60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70270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AC128"/>
            </a:solidFill>
            <a:ln xmlns:a="http://schemas.openxmlformats.org/drawingml/2006/main" w="0">
              <a:noFill/>
            </a:ln>
          </p:spPr>
        </p:sp>
        <p:sp>
          <p:nvSpPr>
            <p:cNvPr id="469" name="color-key-55">
              <a:extLst xmlns:a="http://schemas.openxmlformats.org/drawingml/2006/main">
                <a:ext uri="{FF2B5EF4-FFF2-40B4-BE49-F238E27FC236}">
                  <a16:creationId xmlns:a16="http://schemas.microsoft.com/office/drawing/2014/main" id="{37120D21-C7E5-4A75-91EA-BEF2909C62B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78946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8C931"/>
            </a:solidFill>
            <a:ln xmlns:a="http://schemas.openxmlformats.org/drawingml/2006/main" w="0">
              <a:noFill/>
            </a:ln>
          </p:spPr>
        </p:sp>
        <p:sp>
          <p:nvSpPr>
            <p:cNvPr id="470" name="color-key-56">
              <a:extLst xmlns:a="http://schemas.openxmlformats.org/drawingml/2006/main">
                <a:ext uri="{FF2B5EF4-FFF2-40B4-BE49-F238E27FC236}">
                  <a16:creationId xmlns:a16="http://schemas.microsoft.com/office/drawing/2014/main" id="{1CF00377-3172-4DF0-A13E-776F257BBB3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87621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7D13C"/>
            </a:solidFill>
            <a:ln xmlns:a="http://schemas.openxmlformats.org/drawingml/2006/main" w="0">
              <a:noFill/>
            </a:ln>
          </p:spPr>
        </p:sp>
        <p:sp>
          <p:nvSpPr>
            <p:cNvPr id="471" name="color-key-57">
              <a:extLst xmlns:a="http://schemas.openxmlformats.org/drawingml/2006/main">
                <a:ext uri="{FF2B5EF4-FFF2-40B4-BE49-F238E27FC236}">
                  <a16:creationId xmlns:a16="http://schemas.microsoft.com/office/drawing/2014/main" id="{DDD860A2-C167-46A3-8910-C1482678900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96296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5D948"/>
            </a:solidFill>
            <a:ln xmlns:a="http://schemas.openxmlformats.org/drawingml/2006/main" w="0">
              <a:noFill/>
            </a:ln>
          </p:spPr>
        </p:sp>
        <p:sp>
          <p:nvSpPr>
            <p:cNvPr id="472" name="color-key-58">
              <a:extLst xmlns:a="http://schemas.openxmlformats.org/drawingml/2006/main">
                <a:ext uri="{FF2B5EF4-FFF2-40B4-BE49-F238E27FC236}">
                  <a16:creationId xmlns:a16="http://schemas.microsoft.com/office/drawing/2014/main" id="{BC202FD2-F7F7-43F1-9C6D-281DE9867AD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04972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3E056"/>
            </a:solidFill>
            <a:ln xmlns:a="http://schemas.openxmlformats.org/drawingml/2006/main" w="0">
              <a:noFill/>
            </a:ln>
          </p:spPr>
        </p:sp>
        <p:sp>
          <p:nvSpPr>
            <p:cNvPr id="473" name="color-key-59">
              <a:extLst xmlns:a="http://schemas.openxmlformats.org/drawingml/2006/main">
                <a:ext uri="{FF2B5EF4-FFF2-40B4-BE49-F238E27FC236}">
                  <a16:creationId xmlns:a16="http://schemas.microsoft.com/office/drawing/2014/main" id="{2447FF7B-0967-402C-A6C8-7BCE03D215D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13647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E864"/>
            </a:solidFill>
            <a:ln xmlns:a="http://schemas.openxmlformats.org/drawingml/2006/main" w="0">
              <a:noFill/>
            </a:ln>
          </p:spPr>
        </p:sp>
        <p:sp>
          <p:nvSpPr>
            <p:cNvPr id="474" name="color-key-60">
              <a:extLst xmlns:a="http://schemas.openxmlformats.org/drawingml/2006/main">
                <a:ext uri="{FF2B5EF4-FFF2-40B4-BE49-F238E27FC236}">
                  <a16:creationId xmlns:a16="http://schemas.microsoft.com/office/drawing/2014/main" id="{82F99DF0-8EC4-456D-8BC3-C6675A710FE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22322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EE74"/>
            </a:solidFill>
            <a:ln xmlns:a="http://schemas.openxmlformats.org/drawingml/2006/main" w="0">
              <a:noFill/>
            </a:ln>
          </p:spPr>
        </p:sp>
        <p:sp>
          <p:nvSpPr>
            <p:cNvPr id="475" name="color-key-61">
              <a:extLst xmlns:a="http://schemas.openxmlformats.org/drawingml/2006/main">
                <a:ext uri="{FF2B5EF4-FFF2-40B4-BE49-F238E27FC236}">
                  <a16:creationId xmlns:a16="http://schemas.microsoft.com/office/drawing/2014/main" id="{47BA6DAE-AB78-4594-AA01-CC799F39B4C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30998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485"/>
            </a:solidFill>
            <a:ln xmlns:a="http://schemas.openxmlformats.org/drawingml/2006/main" w="0">
              <a:noFill/>
            </a:ln>
          </p:spPr>
        </p:sp>
        <p:sp>
          <p:nvSpPr>
            <p:cNvPr id="476" name="color-key-62">
              <a:extLst xmlns:a="http://schemas.openxmlformats.org/drawingml/2006/main">
                <a:ext uri="{FF2B5EF4-FFF2-40B4-BE49-F238E27FC236}">
                  <a16:creationId xmlns:a16="http://schemas.microsoft.com/office/drawing/2014/main" id="{313D3EF8-6138-4189-856B-75A675BD405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39673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6FA95"/>
            </a:solidFill>
            <a:ln xmlns:a="http://schemas.openxmlformats.org/drawingml/2006/main" w="0">
              <a:noFill/>
            </a:ln>
          </p:spPr>
        </p:sp>
        <p:sp>
          <p:nvSpPr>
            <p:cNvPr id="477" name="color-key-63">
              <a:extLst xmlns:a="http://schemas.openxmlformats.org/drawingml/2006/main">
                <a:ext uri="{FF2B5EF4-FFF2-40B4-BE49-F238E27FC236}">
                  <a16:creationId xmlns:a16="http://schemas.microsoft.com/office/drawing/2014/main" id="{A707280C-B626-40BE-A9A5-A223C3E10CD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48349" y="4337685"/>
              <a:ext cx="8726" cy="326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CFEA4"/>
            </a:solidFill>
            <a:ln xmlns:a="http://schemas.openxmlformats.org/drawingml/2006/main" w="0">
              <a:noFill/>
            </a:ln>
          </p:spPr>
        </p:sp>
      </p:grpSp>
      <p:sp>
        <p:nvSpPr>
          <p:cNvPr id="478" name="key-zero">
            <a:extLst xmlns:a="http://schemas.openxmlformats.org/drawingml/2006/main">
              <a:ext uri="{FF2B5EF4-FFF2-40B4-BE49-F238E27FC236}">
                <a16:creationId xmlns:a16="http://schemas.microsoft.com/office/drawing/2014/main" id="{0A85FA70-2240-4FF9-B91A-A10728B8E55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83614" y="4302481"/>
            <a:ext cx="90526" cy="110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64696E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64696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79" name="key-one">
            <a:extLst xmlns:a="http://schemas.openxmlformats.org/drawingml/2006/main">
              <a:ext uri="{FF2B5EF4-FFF2-40B4-BE49-F238E27FC236}">
                <a16:creationId xmlns:a16="http://schemas.microsoft.com/office/drawing/2014/main" id="{11D86BCF-3EDA-423E-A3BD-2829F1718F5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90217" y="4302481"/>
            <a:ext cx="90526" cy="110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64696E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64696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80" name="reference-only">
            <a:extLst xmlns:a="http://schemas.openxmlformats.org/drawingml/2006/main">
              <a:ext uri="{FF2B5EF4-FFF2-40B4-BE49-F238E27FC236}">
                <a16:creationId xmlns:a16="http://schemas.microsoft.com/office/drawing/2014/main" id="{066EC966-D68E-4FFC-BDDB-0BF24B17603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0584" y="4304995"/>
            <a:ext cx="1071220" cy="110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64696E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64696E"/>
                </a:solidFill>
                <a:latin typeface="Arial"/>
                <a:ea typeface="Arial"/>
                <a:cs typeface="Arial"/>
              </a:rPr>
              <a:t>Not an inference input</a:t>
            </a:r>
          </a:p>
        </p:txBody>
      </p:sp>
      <p:graphicFrame>
        <p:nvGraphicFramePr>
          <p:cNvPr id="973" name="Chart"/>
          <p:cNvGraphicFramePr/>
          <p:nvPr/>
        </p:nvGraphicFramePr>
        <p:xfrm>
          <a:off xmlns:a="http://schemas.openxmlformats.org/drawingml/2006/main" x="2645359" y="3638626"/>
          <a:ext xmlns:a="http://schemas.openxmlformats.org/drawingml/2006/main" cx="1257300" cy="63870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d3920d99bf43f5"/>
          </a:graphicData>
        </a:graphic>
      </p:graphicFrame>
      <p:sp>
        <p:nvSpPr>
          <p:cNvPr id="482" name="prediction-label">
            <a:extLst xmlns:a="http://schemas.openxmlformats.org/drawingml/2006/main">
              <a:ext uri="{FF2B5EF4-FFF2-40B4-BE49-F238E27FC236}">
                <a16:creationId xmlns:a16="http://schemas.microsoft.com/office/drawing/2014/main" id="{016941B0-9489-4B68-AFB4-B7E22E9AE33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21429" y="3658743"/>
            <a:ext cx="792099" cy="110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64696E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64696E"/>
                </a:solidFill>
                <a:latin typeface="Arial"/>
                <a:ea typeface="Arial"/>
                <a:cs typeface="Arial"/>
              </a:rPr>
              <a:t>Predicted</a:t>
            </a:r>
          </a:p>
        </p:txBody>
      </p:sp>
      <p:sp>
        <p:nvSpPr>
          <p:cNvPr id="483" name="prediction-value">
            <a:extLst xmlns:a="http://schemas.openxmlformats.org/drawingml/2006/main">
              <a:ext uri="{FF2B5EF4-FFF2-40B4-BE49-F238E27FC236}">
                <a16:creationId xmlns:a16="http://schemas.microsoft.com/office/drawing/2014/main" id="{3FD7A76E-CD90-4826-A86A-9DC2D6E7A3C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21429" y="3759327"/>
            <a:ext cx="792099" cy="160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2.36</a:t>
            </a:r>
          </a:p>
        </p:txBody>
      </p:sp>
      <p:sp>
        <p:nvSpPr>
          <p:cNvPr id="484" name="reference-score-label">
            <a:extLst xmlns:a="http://schemas.openxmlformats.org/drawingml/2006/main">
              <a:ext uri="{FF2B5EF4-FFF2-40B4-BE49-F238E27FC236}">
                <a16:creationId xmlns:a16="http://schemas.microsoft.com/office/drawing/2014/main" id="{9FB3960E-B449-4665-BB71-B4E0FF19924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21429" y="3930320"/>
            <a:ext cx="792099" cy="110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00" b="0">
                <a:solidFill>
                  <a:srgbClr val="64696E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64696E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485" name="reference-score-value">
            <a:extLst xmlns:a="http://schemas.openxmlformats.org/drawingml/2006/main">
              <a:ext uri="{FF2B5EF4-FFF2-40B4-BE49-F238E27FC236}">
                <a16:creationId xmlns:a16="http://schemas.microsoft.com/office/drawing/2014/main" id="{5049BF3A-2A9E-430B-B165-C4CDDE8B5C6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21429" y="4030904"/>
            <a:ext cx="792099" cy="160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2.20</a:t>
            </a:r>
          </a:p>
        </p:txBody>
      </p:sp>
      <p:sp>
        <p:nvSpPr>
          <p:cNvPr id="486" name="test-strip-rule">
            <a:extLst xmlns:a="http://schemas.openxmlformats.org/drawingml/2006/main">
              <a:ext uri="{FF2B5EF4-FFF2-40B4-BE49-F238E27FC236}">
                <a16:creationId xmlns:a16="http://schemas.microsoft.com/office/drawing/2014/main" id="{7783EAA5-2D1B-4C30-BEDB-CA867439B5E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0409" y="4430725"/>
            <a:ext cx="4888382" cy="45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CC2"/>
          </a:solidFill>
          <a:ln xmlns:a="http://schemas.openxmlformats.org/drawingml/2006/main" w="0">
            <a:noFill/>
          </a:ln>
        </p:spPr>
      </p:sp>
      <p:sp>
        <p:nvSpPr>
          <p:cNvPr id="487" name="test-strip">
            <a:extLst xmlns:a="http://schemas.openxmlformats.org/drawingml/2006/main">
              <a:ext uri="{FF2B5EF4-FFF2-40B4-BE49-F238E27FC236}">
                <a16:creationId xmlns:a16="http://schemas.microsoft.com/office/drawing/2014/main" id="{058CF9F4-91F6-4EFA-9BD9-75538D4907C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526" y="4465930"/>
            <a:ext cx="432511" cy="110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Test set</a:t>
            </a:r>
          </a:p>
        </p:txBody>
      </p:sp>
      <p:sp>
        <p:nvSpPr>
          <p:cNvPr id="488" name="test-models">
            <a:extLst xmlns:a="http://schemas.openxmlformats.org/drawingml/2006/main">
              <a:ext uri="{FF2B5EF4-FFF2-40B4-BE49-F238E27FC236}">
                <a16:creationId xmlns:a16="http://schemas.microsoft.com/office/drawing/2014/main" id="{5111B4D1-F0D9-481C-851A-6F9AF7BEE61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93446" y="4465930"/>
            <a:ext cx="1217066" cy="110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SFibAI → VCRE-Fib</a:t>
            </a:r>
          </a:p>
        </p:txBody>
      </p:sp>
      <p:sp>
        <p:nvSpPr>
          <p:cNvPr id="489" name="test-summary">
            <a:extLst xmlns:a="http://schemas.openxmlformats.org/drawingml/2006/main">
              <a:ext uri="{FF2B5EF4-FFF2-40B4-BE49-F238E27FC236}">
                <a16:creationId xmlns:a16="http://schemas.microsoft.com/office/drawing/2014/main" id="{8C9FE28E-6841-48D6-BF99-2D3B975EA17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01622" y="4465930"/>
            <a:ext cx="2921965" cy="110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800" b="0" i="1">
                <a:solidFill>
                  <a:srgbClr val="20252A"/>
                </a:solidFill>
                <a:latin typeface="Cambria Math"/>
                <a:ea typeface="Arial"/>
                <a:cs typeface="Arial"/>
              </a:rPr>
              <a:t>R</a:t>
            </a:r>
            <a:r>
              <a:rPr sz="576" b="0" baseline="-25000">
                <a:solidFill>
                  <a:srgbClr val="20252A"/>
                </a:solidFill>
                <a:latin typeface="Arial"/>
                <a:ea typeface="Arial"/>
                <a:cs typeface="Arial"/>
              </a:rPr>
              <a:t>final</a:t>
            </a:r>
            <a:r>
              <a:rPr sz="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  0.201180 → 0.186865 (−7.115%)</a:t>
            </a:r>
          </a:p>
        </p:txBody>
      </p:sp>
      <p:sp>
        <p:nvSpPr>
          <p:cNvPr id="490" name="test-secondary">
            <a:extLst xmlns:a="http://schemas.openxmlformats.org/drawingml/2006/main">
              <a:ext uri="{FF2B5EF4-FFF2-40B4-BE49-F238E27FC236}">
                <a16:creationId xmlns:a16="http://schemas.microsoft.com/office/drawing/2014/main" id="{E2D75AEC-AD5F-44FD-802B-98E1F00442D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526" y="4591660"/>
            <a:ext cx="2200275" cy="105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View acc. 66.81%   Dice@0.5 0.360312</a:t>
            </a:r>
          </a:p>
        </p:txBody>
      </p:sp>
      <p:sp>
        <p:nvSpPr>
          <p:cNvPr id="491" name="test-patients">
            <a:extLst xmlns:a="http://schemas.openxmlformats.org/drawingml/2006/main">
              <a:ext uri="{FF2B5EF4-FFF2-40B4-BE49-F238E27FC236}">
                <a16:creationId xmlns:a16="http://schemas.microsoft.com/office/drawing/2014/main" id="{A0F3BCB5-41FC-47BD-9E69-B6948010563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17115" y="4591660"/>
            <a:ext cx="2406472" cy="105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00" b="0">
                <a:solidFill>
                  <a:srgbClr val="64696E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64696E"/>
                </a:solidFill>
                <a:latin typeface="Arial"/>
                <a:ea typeface="Arial"/>
                <a:cs typeface="Arial"/>
              </a:rPr>
              <a:t>4,107 images / 240 patients / 4 centers</a:t>
            </a:r>
          </a:p>
        </p:txBody>
      </p:sp>
      <p:sp>
        <p:nvSpPr>
          <p:cNvPr id="492" name="test-freeze-and-dice-n">
            <a:extLst xmlns:a="http://schemas.openxmlformats.org/drawingml/2006/main">
              <a:ext uri="{FF2B5EF4-FFF2-40B4-BE49-F238E27FC236}">
                <a16:creationId xmlns:a16="http://schemas.microsoft.com/office/drawing/2014/main" id="{D994555F-B820-4D62-BBCD-8D19777B334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526" y="4709846"/>
            <a:ext cx="4833061" cy="105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00" b="0">
                <a:solidFill>
                  <a:srgbClr val="64696E"/>
                </a:solidFill>
                <a:latin typeface="Arial"/>
                <a:ea typeface="Arial"/>
                <a:cs typeface="Arial"/>
              </a:defRPr>
            </a:pPr>
            <a:r>
              <a:rPr sz="700" b="0">
                <a:solidFill>
                  <a:srgbClr val="64696E"/>
                </a:solidFill>
                <a:latin typeface="Arial"/>
                <a:ea typeface="Arial"/>
                <a:cs typeface="Arial"/>
              </a:rPr>
              <a:t>Seed 2026; validation-selected, frozen checkpoints. Weak-target Dice: n = 4,035.</a:t>
            </a:r>
          </a:p>
        </p:txBody>
      </p:sp>
    </p:spTree>
    <p:extLst>
      <p:ext uri="{BB962C8B-B14F-4D97-AF65-F5344CB8AC3E}">
        <p14:creationId xmlns:p14="http://schemas.microsoft.com/office/powerpoint/2010/main" val="666796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2026-09-26T09:22:02.8780000Z</dcterms:created>
  <dcterms:modified xsi:type="dcterms:W3CDTF">2026-09-26T09:22:02.8780000Z</dcterms:modified>
</coreProperties>
</file>